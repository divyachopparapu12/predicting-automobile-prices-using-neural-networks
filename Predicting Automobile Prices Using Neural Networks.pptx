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3"/>
  </p:notesMasterIdLst>
  <p:handoutMasterIdLst>
    <p:handoutMasterId r:id="rId24"/>
  </p:handoutMasterIdLst>
  <p:sldIdLst>
    <p:sldId id="256" r:id="rId5"/>
    <p:sldId id="274" r:id="rId6"/>
    <p:sldId id="264" r:id="rId7"/>
    <p:sldId id="257" r:id="rId8"/>
    <p:sldId id="258" r:id="rId9"/>
    <p:sldId id="265" r:id="rId10"/>
    <p:sldId id="268" r:id="rId11"/>
    <p:sldId id="259" r:id="rId12"/>
    <p:sldId id="267" r:id="rId13"/>
    <p:sldId id="266" r:id="rId14"/>
    <p:sldId id="269" r:id="rId15"/>
    <p:sldId id="260" r:id="rId16"/>
    <p:sldId id="270" r:id="rId17"/>
    <p:sldId id="271" r:id="rId18"/>
    <p:sldId id="272" r:id="rId19"/>
    <p:sldId id="273" r:id="rId20"/>
    <p:sldId id="263" r:id="rId21"/>
    <p:sldId id="26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Chopparapu" userId="4776fba50c06e5db" providerId="LiveId" clId="{6B644BC5-C9CF-4C2C-A78B-F7CF55259A5A}"/>
    <pc:docChg chg="custSel modSld">
      <pc:chgData name="Divya Chopparapu" userId="4776fba50c06e5db" providerId="LiveId" clId="{6B644BC5-C9CF-4C2C-A78B-F7CF55259A5A}" dt="2025-12-14T01:27:54.247" v="33" actId="113"/>
      <pc:docMkLst>
        <pc:docMk/>
      </pc:docMkLst>
      <pc:sldChg chg="modSp mod">
        <pc:chgData name="Divya Chopparapu" userId="4776fba50c06e5db" providerId="LiveId" clId="{6B644BC5-C9CF-4C2C-A78B-F7CF55259A5A}" dt="2025-12-05T21:22:37.641" v="4" actId="1076"/>
        <pc:sldMkLst>
          <pc:docMk/>
          <pc:sldMk cId="1819359268" sldId="256"/>
        </pc:sldMkLst>
        <pc:spChg chg="mod">
          <ac:chgData name="Divya Chopparapu" userId="4776fba50c06e5db" providerId="LiveId" clId="{6B644BC5-C9CF-4C2C-A78B-F7CF55259A5A}" dt="2025-12-05T21:22:37.641" v="4" actId="1076"/>
          <ac:spMkLst>
            <pc:docMk/>
            <pc:sldMk cId="1819359268" sldId="256"/>
            <ac:spMk id="3" creationId="{2E78725B-6E40-4D82-B375-7831D81C29EE}"/>
          </ac:spMkLst>
        </pc:spChg>
      </pc:sldChg>
      <pc:sldChg chg="modSp mod">
        <pc:chgData name="Divya Chopparapu" userId="4776fba50c06e5db" providerId="LiveId" clId="{6B644BC5-C9CF-4C2C-A78B-F7CF55259A5A}" dt="2025-12-14T01:27:41.189" v="30" actId="113"/>
        <pc:sldMkLst>
          <pc:docMk/>
          <pc:sldMk cId="1398410914" sldId="260"/>
        </pc:sldMkLst>
        <pc:spChg chg="mod">
          <ac:chgData name="Divya Chopparapu" userId="4776fba50c06e5db" providerId="LiveId" clId="{6B644BC5-C9CF-4C2C-A78B-F7CF55259A5A}" dt="2025-12-14T01:27:41.189" v="30" actId="113"/>
          <ac:spMkLst>
            <pc:docMk/>
            <pc:sldMk cId="1398410914" sldId="260"/>
            <ac:spMk id="3" creationId="{143F5361-68C0-4BF5-80C8-F1E7BF92B2DB}"/>
          </ac:spMkLst>
        </pc:spChg>
      </pc:sldChg>
      <pc:sldChg chg="modSp mod">
        <pc:chgData name="Divya Chopparapu" userId="4776fba50c06e5db" providerId="LiveId" clId="{6B644BC5-C9CF-4C2C-A78B-F7CF55259A5A}" dt="2025-12-14T01:25:49.662" v="21" actId="12"/>
        <pc:sldMkLst>
          <pc:docMk/>
          <pc:sldMk cId="495441214" sldId="265"/>
        </pc:sldMkLst>
        <pc:graphicFrameChg chg="mod modGraphic">
          <ac:chgData name="Divya Chopparapu" userId="4776fba50c06e5db" providerId="LiveId" clId="{6B644BC5-C9CF-4C2C-A78B-F7CF55259A5A}" dt="2025-12-14T01:25:49.662" v="21" actId="12"/>
          <ac:graphicFrameMkLst>
            <pc:docMk/>
            <pc:sldMk cId="495441214" sldId="265"/>
            <ac:graphicFrameMk id="4" creationId="{A7F9AE3D-2E37-A151-E67D-3EC7352A0666}"/>
          </ac:graphicFrameMkLst>
        </pc:graphicFrameChg>
      </pc:sldChg>
      <pc:sldChg chg="modSp mod">
        <pc:chgData name="Divya Chopparapu" userId="4776fba50c06e5db" providerId="LiveId" clId="{6B644BC5-C9CF-4C2C-A78B-F7CF55259A5A}" dt="2025-12-14T01:26:54.423" v="25" actId="14100"/>
        <pc:sldMkLst>
          <pc:docMk/>
          <pc:sldMk cId="2763233037" sldId="266"/>
        </pc:sldMkLst>
        <pc:graphicFrameChg chg="mod">
          <ac:chgData name="Divya Chopparapu" userId="4776fba50c06e5db" providerId="LiveId" clId="{6B644BC5-C9CF-4C2C-A78B-F7CF55259A5A}" dt="2025-12-14T01:26:54.423" v="25" actId="14100"/>
          <ac:graphicFrameMkLst>
            <pc:docMk/>
            <pc:sldMk cId="2763233037" sldId="266"/>
            <ac:graphicFrameMk id="4" creationId="{732CE870-A985-9A24-EB3E-9F7883137E2C}"/>
          </ac:graphicFrameMkLst>
        </pc:graphicFrameChg>
      </pc:sldChg>
      <pc:sldChg chg="modSp">
        <pc:chgData name="Divya Chopparapu" userId="4776fba50c06e5db" providerId="LiveId" clId="{6B644BC5-C9CF-4C2C-A78B-F7CF55259A5A}" dt="2025-12-14T01:26:40.398" v="24"/>
        <pc:sldMkLst>
          <pc:docMk/>
          <pc:sldMk cId="3658810091" sldId="267"/>
        </pc:sldMkLst>
        <pc:graphicFrameChg chg="mod">
          <ac:chgData name="Divya Chopparapu" userId="4776fba50c06e5db" providerId="LiveId" clId="{6B644BC5-C9CF-4C2C-A78B-F7CF55259A5A}" dt="2025-12-14T01:26:40.398" v="24"/>
          <ac:graphicFrameMkLst>
            <pc:docMk/>
            <pc:sldMk cId="3658810091" sldId="267"/>
            <ac:graphicFrameMk id="4" creationId="{92B6C441-28A6-635C-B84F-95BAFF22F3CA}"/>
          </ac:graphicFrameMkLst>
        </pc:graphicFrameChg>
      </pc:sldChg>
      <pc:sldChg chg="modSp mod">
        <pc:chgData name="Divya Chopparapu" userId="4776fba50c06e5db" providerId="LiveId" clId="{6B644BC5-C9CF-4C2C-A78B-F7CF55259A5A}" dt="2025-12-14T01:27:54.247" v="33" actId="113"/>
        <pc:sldMkLst>
          <pc:docMk/>
          <pc:sldMk cId="3988712110" sldId="270"/>
        </pc:sldMkLst>
        <pc:spChg chg="mod">
          <ac:chgData name="Divya Chopparapu" userId="4776fba50c06e5db" providerId="LiveId" clId="{6B644BC5-C9CF-4C2C-A78B-F7CF55259A5A}" dt="2025-12-14T01:27:54.247" v="33" actId="113"/>
          <ac:spMkLst>
            <pc:docMk/>
            <pc:sldMk cId="3988712110" sldId="270"/>
            <ac:spMk id="3" creationId="{CA52DD10-ACF0-C542-3F6D-91FD2CDF3F2D}"/>
          </ac:spMkLst>
        </pc:spChg>
      </pc:sldChg>
      <pc:sldChg chg="modSp mod">
        <pc:chgData name="Divya Chopparapu" userId="4776fba50c06e5db" providerId="LiveId" clId="{6B644BC5-C9CF-4C2C-A78B-F7CF55259A5A}" dt="2025-12-05T21:27:40.590" v="8" actId="1036"/>
        <pc:sldMkLst>
          <pc:docMk/>
          <pc:sldMk cId="1467258581" sldId="274"/>
        </pc:sldMkLst>
        <pc:spChg chg="mod">
          <ac:chgData name="Divya Chopparapu" userId="4776fba50c06e5db" providerId="LiveId" clId="{6B644BC5-C9CF-4C2C-A78B-F7CF55259A5A}" dt="2025-12-05T21:27:40.590" v="8" actId="1036"/>
          <ac:spMkLst>
            <pc:docMk/>
            <pc:sldMk cId="1467258581" sldId="274"/>
            <ac:spMk id="3" creationId="{DA960A86-FF66-6E7B-2137-B1E676A03EA0}"/>
          </ac:spMkLst>
        </pc:spChg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 custT="1"/>
      <dgm:spPr/>
      <dgm:t>
        <a:bodyPr/>
        <a:lstStyle/>
        <a:p>
          <a:r>
            <a:rPr lang="en-US" sz="2700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Business Questions?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Which vehicle characteristics most strongly influence used-car prices?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 custT="1"/>
      <dgm:spPr/>
      <dgm:t>
        <a:bodyPr/>
        <a:lstStyle/>
        <a:p>
          <a:r>
            <a:rPr lang="en-US" sz="2700" b="1">
              <a:latin typeface="Times New Roman" panose="02020603050405020304" pitchFamily="18" charset="0"/>
              <a:cs typeface="Times New Roman" panose="02020603050405020304" pitchFamily="18" charset="0"/>
            </a:rPr>
            <a:t>Why This Matters?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accurate pricing decisions for manufacturers &amp; dealers</a:t>
          </a:r>
          <a:endParaRPr lang="en-US" sz="2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585B33F6-6AAD-40DB-941F-BFD2283D36E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Which predictive modeling technique provides the most reliable pricing results?</a:t>
          </a:r>
        </a:p>
      </dgm:t>
    </dgm:pt>
    <dgm:pt modelId="{BB8FA60C-BDCE-41D0-A201-43771BC41F8E}" type="parTrans" cxnId="{35CDF0F6-36A3-4A6D-897F-5440E476F89A}">
      <dgm:prSet/>
      <dgm:spPr/>
      <dgm:t>
        <a:bodyPr/>
        <a:lstStyle/>
        <a:p>
          <a:endParaRPr lang="en-US"/>
        </a:p>
      </dgm:t>
    </dgm:pt>
    <dgm:pt modelId="{F1E397C8-1368-49B1-8E3B-DB49EBFACDAF}" type="sibTrans" cxnId="{35CDF0F6-36A3-4A6D-897F-5440E476F89A}">
      <dgm:prSet/>
      <dgm:spPr/>
      <dgm:t>
        <a:bodyPr/>
        <a:lstStyle/>
        <a:p>
          <a:endParaRPr lang="en-US"/>
        </a:p>
      </dgm:t>
    </dgm:pt>
    <dgm:pt modelId="{902C5853-F4DB-4E39-9933-37BE2AAC5B28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forecasting for revenue planning</a:t>
          </a:r>
        </a:p>
      </dgm:t>
    </dgm:pt>
    <dgm:pt modelId="{86A98F58-0BBF-4BCA-BEAB-46A023421ADF}" type="parTrans" cxnId="{98A762DD-8EFE-4288-80D7-49DFCF342F9B}">
      <dgm:prSet/>
      <dgm:spPr/>
      <dgm:t>
        <a:bodyPr/>
        <a:lstStyle/>
        <a:p>
          <a:endParaRPr lang="en-US"/>
        </a:p>
      </dgm:t>
    </dgm:pt>
    <dgm:pt modelId="{D9740D7D-E52D-4C90-B5C8-D8FFBAC5C1D4}" type="sibTrans" cxnId="{98A762DD-8EFE-4288-80D7-49DFCF342F9B}">
      <dgm:prSet/>
      <dgm:spPr/>
      <dgm:t>
        <a:bodyPr/>
        <a:lstStyle/>
        <a:p>
          <a:endParaRPr lang="en-US"/>
        </a:p>
      </dgm:t>
    </dgm:pt>
    <dgm:pt modelId="{78990039-9DEC-43CD-A56C-4D2F69465B76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inventory management for competitive advantage</a:t>
          </a:r>
        </a:p>
      </dgm:t>
    </dgm:pt>
    <dgm:pt modelId="{BA00E274-432C-4DA7-AE41-708326CE7578}" type="parTrans" cxnId="{33D47A49-D937-4080-AE9B-C8B1A8C40205}">
      <dgm:prSet/>
      <dgm:spPr/>
      <dgm:t>
        <a:bodyPr/>
        <a:lstStyle/>
        <a:p>
          <a:endParaRPr lang="en-US"/>
        </a:p>
      </dgm:t>
    </dgm:pt>
    <dgm:pt modelId="{25562331-CC1A-4135-A42A-E1C68F9A2880}" type="sibTrans" cxnId="{33D47A49-D937-4080-AE9B-C8B1A8C40205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2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D6FF490E-9FD0-4D86-B761-3290248E8E48}" type="presOf" srcId="{585B33F6-6AAD-40DB-941F-BFD2283D36E3}" destId="{6FB9694A-6C63-4B23-90F6-4F208C00D399}" srcOrd="0" destOrd="1" presId="urn:microsoft.com/office/officeart/2005/8/layout/vList5"/>
    <dgm:cxn modelId="{7BEAB416-F140-4C37-B623-92872C48550C}" type="presOf" srcId="{78990039-9DEC-43CD-A56C-4D2F69465B76}" destId="{329ECF1A-78BE-41CB-B252-8011825B67CD}" srcOrd="0" destOrd="2" presId="urn:microsoft.com/office/officeart/2005/8/layout/vList5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33D47A49-D937-4080-AE9B-C8B1A8C40205}" srcId="{A7F7584C-6CC5-40A2-9566-2842A5DEA97A}" destId="{78990039-9DEC-43CD-A56C-4D2F69465B76}" srcOrd="2" destOrd="0" parTransId="{BA00E274-432C-4DA7-AE41-708326CE7578}" sibTransId="{25562331-CC1A-4135-A42A-E1C68F9A2880}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98A762DD-8EFE-4288-80D7-49DFCF342F9B}" srcId="{A7F7584C-6CC5-40A2-9566-2842A5DEA97A}" destId="{902C5853-F4DB-4E39-9933-37BE2AAC5B28}" srcOrd="1" destOrd="0" parTransId="{86A98F58-0BBF-4BCA-BEAB-46A023421ADF}" sibTransId="{D9740D7D-E52D-4C90-B5C8-D8FFBAC5C1D4}"/>
    <dgm:cxn modelId="{5DFA69F2-5AFB-45DA-B31E-83A3D4DD9C08}" type="presOf" srcId="{902C5853-F4DB-4E39-9933-37BE2AAC5B28}" destId="{329ECF1A-78BE-41CB-B252-8011825B67CD}" srcOrd="0" destOrd="1" presId="urn:microsoft.com/office/officeart/2005/8/layout/vList5"/>
    <dgm:cxn modelId="{35CDF0F6-36A3-4A6D-897F-5440E476F89A}" srcId="{0D51337A-31FA-4717-B2BF-9243F96D2B9B}" destId="{585B33F6-6AAD-40DB-941F-BFD2283D36E3}" srcOrd="1" destOrd="0" parTransId="{BB8FA60C-BDCE-41D0-A201-43771BC41F8E}" sibTransId="{F1E397C8-1368-49B1-8E3B-DB49EBFACDAF}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 custT="1"/>
      <dgm:spPr/>
      <dgm:t>
        <a:bodyPr/>
        <a:lstStyle/>
        <a:p>
          <a:pPr>
            <a:buNone/>
          </a:pPr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1,367 used-car records, 28 original features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 custT="1"/>
      <dgm:spPr/>
      <dgm:t>
        <a:bodyPr/>
        <a:lstStyle/>
        <a:p>
          <a:pPr>
            <a:buNone/>
          </a:pPr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Methods applied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Regression, Decision Tree, Neural Network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51A6936C-668E-4912-B1B4-BA2D45D3F624}">
      <dgm:prSet phldrT="[Text]"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Tools used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R, R Markdown, Power BI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928B5CB8-3545-4EE5-8BED-981D3C6157A5}">
      <dgm:prSet phldrT="[Text]"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Goal</a:t>
          </a:r>
          <a:endParaRPr lang="en-US" sz="27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n-U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n-US"/>
        </a:p>
      </dgm:t>
    </dgm:pt>
    <dgm:pt modelId="{95A524E6-8A71-49A1-AF74-29696A02028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key predictors and evaluate model performance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2C86CAF-440B-4BB7-BD46-805908EC2D17}" type="parTrans" cxnId="{764A7F40-FC93-4B5E-82E4-B29F920B2D30}">
      <dgm:prSet/>
      <dgm:spPr/>
      <dgm:t>
        <a:bodyPr/>
        <a:lstStyle/>
        <a:p>
          <a:endParaRPr lang="en-US"/>
        </a:p>
      </dgm:t>
    </dgm:pt>
    <dgm:pt modelId="{EE0C23C2-8A0C-497A-A914-ED60FDCA930F}" type="sibTrans" cxnId="{764A7F40-FC93-4B5E-82E4-B29F920B2D30}">
      <dgm:prSet/>
      <dgm:spPr/>
      <dgm:t>
        <a:bodyPr/>
        <a:lstStyle/>
        <a:p>
          <a:endParaRPr lang="en-US"/>
        </a:p>
      </dgm:t>
    </dgm:pt>
    <dgm:pt modelId="{D7E20589-4EC0-4F4D-8442-3EF3B9197371}" type="pres">
      <dgm:prSet presAssocID="{81269538-BFC5-48BB-BEA1-D7AF1F385FD5}" presName="linear" presStyleCnt="0">
        <dgm:presLayoutVars>
          <dgm:dir/>
          <dgm:animLvl val="lvl"/>
          <dgm:resizeHandles val="exact"/>
        </dgm:presLayoutVars>
      </dgm:prSet>
      <dgm:spPr/>
    </dgm:pt>
    <dgm:pt modelId="{F1484A65-13EA-468F-A216-CC8C94B1E07D}" type="pres">
      <dgm:prSet presAssocID="{0D51337A-31FA-4717-B2BF-9243F96D2B9B}" presName="parentLin" presStyleCnt="0"/>
      <dgm:spPr/>
    </dgm:pt>
    <dgm:pt modelId="{8E55A670-6CA6-47EF-A837-C826F95B9568}" type="pres">
      <dgm:prSet presAssocID="{0D51337A-31FA-4717-B2BF-9243F96D2B9B}" presName="parentLeftMargin" presStyleLbl="node1" presStyleIdx="0" presStyleCnt="4"/>
      <dgm:spPr/>
    </dgm:pt>
    <dgm:pt modelId="{666E4FE4-8CEF-4EF5-B421-96A73F3242C9}" type="pres">
      <dgm:prSet presAssocID="{0D51337A-31FA-4717-B2BF-9243F96D2B9B}" presName="parentText" presStyleLbl="node1" presStyleIdx="0" presStyleCnt="4" custScaleX="90909" custScaleY="90909">
        <dgm:presLayoutVars>
          <dgm:chMax val="0"/>
          <dgm:bulletEnabled val="1"/>
        </dgm:presLayoutVars>
      </dgm:prSet>
      <dgm:spPr/>
    </dgm:pt>
    <dgm:pt modelId="{6EA1BFF0-F662-4D1B-9946-B7197482538D}" type="pres">
      <dgm:prSet presAssocID="{0D51337A-31FA-4717-B2BF-9243F96D2B9B}" presName="negativeSpace" presStyleCnt="0"/>
      <dgm:spPr/>
    </dgm:pt>
    <dgm:pt modelId="{73178BF0-6CE3-423F-8934-F9D1B80E25AE}" type="pres">
      <dgm:prSet presAssocID="{0D51337A-31FA-4717-B2BF-9243F96D2B9B}" presName="childText" presStyleLbl="conFgAcc1" presStyleIdx="0" presStyleCnt="4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427D9EF2-7BFE-4CD9-80D5-87E2D207FC92}" type="pres">
      <dgm:prSet presAssocID="{6799645E-F42F-43D8-B2EA-A1377D84D0B3}" presName="spaceBetweenRectangles" presStyleCnt="0"/>
      <dgm:spPr/>
    </dgm:pt>
    <dgm:pt modelId="{1859D211-96FB-4613-AB38-AE174D28D568}" type="pres">
      <dgm:prSet presAssocID="{A7F7584C-6CC5-40A2-9566-2842A5DEA97A}" presName="parentLin" presStyleCnt="0"/>
      <dgm:spPr/>
    </dgm:pt>
    <dgm:pt modelId="{61266CB8-1EFB-42AE-9800-17E860FF3638}" type="pres">
      <dgm:prSet presAssocID="{A7F7584C-6CC5-40A2-9566-2842A5DEA97A}" presName="parentLeftMargin" presStyleLbl="node1" presStyleIdx="0" presStyleCnt="4"/>
      <dgm:spPr/>
    </dgm:pt>
    <dgm:pt modelId="{88357D4B-7995-4B1E-8790-B3D74E9711FF}" type="pres">
      <dgm:prSet presAssocID="{A7F7584C-6CC5-40A2-9566-2842A5DEA97A}" presName="parentText" presStyleLbl="node1" presStyleIdx="1" presStyleCnt="4" custScaleX="90909" custScaleY="90909">
        <dgm:presLayoutVars>
          <dgm:chMax val="0"/>
          <dgm:bulletEnabled val="1"/>
        </dgm:presLayoutVars>
      </dgm:prSet>
      <dgm:spPr/>
    </dgm:pt>
    <dgm:pt modelId="{7937C67D-14D4-4440-A5EA-27D7B37F2592}" type="pres">
      <dgm:prSet presAssocID="{A7F7584C-6CC5-40A2-9566-2842A5DEA97A}" presName="negativeSpace" presStyleCnt="0"/>
      <dgm:spPr/>
    </dgm:pt>
    <dgm:pt modelId="{AC87567C-BC9F-4E2F-A36E-9769B882BD68}" type="pres">
      <dgm:prSet presAssocID="{A7F7584C-6CC5-40A2-9566-2842A5DEA97A}" presName="childText" presStyleLbl="conFgAcc1" presStyleIdx="1" presStyleCnt="4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FD86411F-6909-44F3-85B4-175593951F34}" type="pres">
      <dgm:prSet presAssocID="{C41ED6A4-512C-48AB-901D-671B73446005}" presName="spaceBetweenRectangles" presStyleCnt="0"/>
      <dgm:spPr/>
    </dgm:pt>
    <dgm:pt modelId="{D30D227A-324F-4C0A-BCA7-F82ADAEE68F8}" type="pres">
      <dgm:prSet presAssocID="{51A6936C-668E-4912-B1B4-BA2D45D3F624}" presName="parentLin" presStyleCnt="0"/>
      <dgm:spPr/>
    </dgm:pt>
    <dgm:pt modelId="{0108C161-7B67-42DA-87A6-EC85D6608AA2}" type="pres">
      <dgm:prSet presAssocID="{51A6936C-668E-4912-B1B4-BA2D45D3F624}" presName="parentLeftMargin" presStyleLbl="node1" presStyleIdx="1" presStyleCnt="4"/>
      <dgm:spPr/>
    </dgm:pt>
    <dgm:pt modelId="{E0EA4A93-1ED1-4A0C-A4F8-2B5D4722A31B}" type="pres">
      <dgm:prSet presAssocID="{51A6936C-668E-4912-B1B4-BA2D45D3F624}" presName="parentText" presStyleLbl="node1" presStyleIdx="2" presStyleCnt="4" custScaleX="90909" custScaleY="90909">
        <dgm:presLayoutVars>
          <dgm:chMax val="0"/>
          <dgm:bulletEnabled val="1"/>
        </dgm:presLayoutVars>
      </dgm:prSet>
      <dgm:spPr/>
    </dgm:pt>
    <dgm:pt modelId="{964A5156-479F-4DD7-8CE6-9FD3CC5ECA47}" type="pres">
      <dgm:prSet presAssocID="{51A6936C-668E-4912-B1B4-BA2D45D3F624}" presName="negativeSpace" presStyleCnt="0"/>
      <dgm:spPr/>
    </dgm:pt>
    <dgm:pt modelId="{C929A73F-8DAF-4483-8E9D-6F480E8282C5}" type="pres">
      <dgm:prSet presAssocID="{51A6936C-668E-4912-B1B4-BA2D45D3F624}" presName="childText" presStyleLbl="conFgAcc1" presStyleIdx="2" presStyleCnt="4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  <dgm:pt modelId="{BFBA5A65-C9C4-4255-A0D9-E95FB59BC7B2}" type="pres">
      <dgm:prSet presAssocID="{E68031D9-E3F9-439E-86FC-2A0A3A3988D0}" presName="spaceBetweenRectangles" presStyleCnt="0"/>
      <dgm:spPr/>
    </dgm:pt>
    <dgm:pt modelId="{3FE9EE98-C253-4B47-97F1-C935BD4826D1}" type="pres">
      <dgm:prSet presAssocID="{928B5CB8-3545-4EE5-8BED-981D3C6157A5}" presName="parentLin" presStyleCnt="0"/>
      <dgm:spPr/>
    </dgm:pt>
    <dgm:pt modelId="{46AFD930-B18B-4BF1-A429-4788584BFD27}" type="pres">
      <dgm:prSet presAssocID="{928B5CB8-3545-4EE5-8BED-981D3C6157A5}" presName="parentLeftMargin" presStyleLbl="node1" presStyleIdx="2" presStyleCnt="4"/>
      <dgm:spPr/>
    </dgm:pt>
    <dgm:pt modelId="{3A57B388-62B4-4748-A4E2-E20D3E8027B3}" type="pres">
      <dgm:prSet presAssocID="{928B5CB8-3545-4EE5-8BED-981D3C6157A5}" presName="parentText" presStyleLbl="node1" presStyleIdx="3" presStyleCnt="4" custScaleX="90909" custScaleY="90909">
        <dgm:presLayoutVars>
          <dgm:chMax val="0"/>
          <dgm:bulletEnabled val="1"/>
        </dgm:presLayoutVars>
      </dgm:prSet>
      <dgm:spPr/>
    </dgm:pt>
    <dgm:pt modelId="{7321B01A-77F3-4E3B-AB3D-C6D747A227AA}" type="pres">
      <dgm:prSet presAssocID="{928B5CB8-3545-4EE5-8BED-981D3C6157A5}" presName="negativeSpace" presStyleCnt="0"/>
      <dgm:spPr/>
    </dgm:pt>
    <dgm:pt modelId="{7D3A60F9-794A-47B2-B5B9-B316C415F79F}" type="pres">
      <dgm:prSet presAssocID="{928B5CB8-3545-4EE5-8BED-981D3C6157A5}" presName="childText" presStyleLbl="conFgAcc1" presStyleIdx="3" presStyleCnt="4" custScaleX="90909" custScaleY="9090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69910816-377B-4130-A889-0B0434BCD145}" type="presOf" srcId="{81269538-BFC5-48BB-BEA1-D7AF1F385FD5}" destId="{D7E20589-4EC0-4F4D-8442-3EF3B9197371}" srcOrd="0" destOrd="0" presId="urn:microsoft.com/office/officeart/2005/8/layout/list1"/>
    <dgm:cxn modelId="{D34ECA3A-2E22-4F0E-876C-BE394869C03E}" type="presOf" srcId="{0D51337A-31FA-4717-B2BF-9243F96D2B9B}" destId="{666E4FE4-8CEF-4EF5-B421-96A73F3242C9}" srcOrd="1" destOrd="0" presId="urn:microsoft.com/office/officeart/2005/8/layout/list1"/>
    <dgm:cxn modelId="{764A7F40-FC93-4B5E-82E4-B29F920B2D30}" srcId="{928B5CB8-3545-4EE5-8BED-981D3C6157A5}" destId="{95A524E6-8A71-49A1-AF74-29696A02028A}" srcOrd="0" destOrd="0" parTransId="{52C86CAF-440B-4BB7-BD46-805908EC2D17}" sibTransId="{EE0C23C2-8A0C-497A-A914-ED60FDCA930F}"/>
    <dgm:cxn modelId="{88ACE941-03A6-4C4A-8730-B9A936460734}" type="presOf" srcId="{2A9B6C90-9B70-4ED8-9084-8651413BB905}" destId="{C929A73F-8DAF-4483-8E9D-6F480E8282C5}" srcOrd="0" destOrd="0" presId="urn:microsoft.com/office/officeart/2005/8/layout/list1"/>
    <dgm:cxn modelId="{119A266A-CD75-44FA-9D01-A37F7D3D8CAD}" type="presOf" srcId="{A7F7584C-6CC5-40A2-9566-2842A5DEA97A}" destId="{61266CB8-1EFB-42AE-9800-17E860FF3638}" srcOrd="0" destOrd="0" presId="urn:microsoft.com/office/officeart/2005/8/layout/list1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FC9E1184-6E76-437E-BEDD-FBE260C20C8A}" type="presOf" srcId="{51A6936C-668E-4912-B1B4-BA2D45D3F624}" destId="{0108C161-7B67-42DA-87A6-EC85D6608AA2}" srcOrd="0" destOrd="0" presId="urn:microsoft.com/office/officeart/2005/8/layout/list1"/>
    <dgm:cxn modelId="{CDF9288B-003B-425E-880E-4A3097B714D7}" type="presOf" srcId="{928B5CB8-3545-4EE5-8BED-981D3C6157A5}" destId="{3A57B388-62B4-4748-A4E2-E20D3E8027B3}" srcOrd="1" destOrd="0" presId="urn:microsoft.com/office/officeart/2005/8/layout/list1"/>
    <dgm:cxn modelId="{5313289D-A6A0-4AB5-B435-B897F8A40991}" type="presOf" srcId="{928B5CB8-3545-4EE5-8BED-981D3C6157A5}" destId="{46AFD930-B18B-4BF1-A429-4788584BFD27}" srcOrd="0" destOrd="0" presId="urn:microsoft.com/office/officeart/2005/8/layout/list1"/>
    <dgm:cxn modelId="{C39A68B0-82EA-4E2B-A67B-FDD5AABFD986}" type="presOf" srcId="{A7F7584C-6CC5-40A2-9566-2842A5DEA97A}" destId="{88357D4B-7995-4B1E-8790-B3D74E9711FF}" srcOrd="1" destOrd="0" presId="urn:microsoft.com/office/officeart/2005/8/layout/list1"/>
    <dgm:cxn modelId="{DDFEEAB4-D114-4C75-B1C8-3023979007C6}" type="presOf" srcId="{9D8DAFB6-C744-4BD6-B757-393BF647EBB6}" destId="{AC87567C-BC9F-4E2F-A36E-9769B882BD68}" srcOrd="0" destOrd="0" presId="urn:microsoft.com/office/officeart/2005/8/layout/list1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4F3EE2C2-96B3-4B88-BECB-A4DDB40A6AEE}" type="presOf" srcId="{51A6936C-668E-4912-B1B4-BA2D45D3F624}" destId="{E0EA4A93-1ED1-4A0C-A4F8-2B5D4722A31B}" srcOrd="1" destOrd="0" presId="urn:microsoft.com/office/officeart/2005/8/layout/list1"/>
    <dgm:cxn modelId="{38FEE7CB-0B44-4F55-879D-3E45FCEE58E7}" type="presOf" srcId="{E40970FA-9468-4353-8343-FE5E2BEBB8B0}" destId="{73178BF0-6CE3-423F-8934-F9D1B80E25AE}" srcOrd="0" destOrd="0" presId="urn:microsoft.com/office/officeart/2005/8/layout/list1"/>
    <dgm:cxn modelId="{F8CE9DD0-E466-47FF-9375-B86E00EF6FA1}" type="presOf" srcId="{95A524E6-8A71-49A1-AF74-29696A02028A}" destId="{7D3A60F9-794A-47B2-B5B9-B316C415F79F}" srcOrd="0" destOrd="0" presId="urn:microsoft.com/office/officeart/2005/8/layout/list1"/>
    <dgm:cxn modelId="{A47A08F6-E836-471D-BD6B-45F1B77D0BAA}" type="presOf" srcId="{0D51337A-31FA-4717-B2BF-9243F96D2B9B}" destId="{8E55A670-6CA6-47EF-A837-C826F95B9568}" srcOrd="0" destOrd="0" presId="urn:microsoft.com/office/officeart/2005/8/layout/list1"/>
    <dgm:cxn modelId="{8BA90421-9B0A-41AD-A47E-13533C8CB452}" type="presParOf" srcId="{D7E20589-4EC0-4F4D-8442-3EF3B9197371}" destId="{F1484A65-13EA-468F-A216-CC8C94B1E07D}" srcOrd="0" destOrd="0" presId="urn:microsoft.com/office/officeart/2005/8/layout/list1"/>
    <dgm:cxn modelId="{191955CD-05B6-48DC-96B0-8DAACF596B63}" type="presParOf" srcId="{F1484A65-13EA-468F-A216-CC8C94B1E07D}" destId="{8E55A670-6CA6-47EF-A837-C826F95B9568}" srcOrd="0" destOrd="0" presId="urn:microsoft.com/office/officeart/2005/8/layout/list1"/>
    <dgm:cxn modelId="{D623858C-BC37-4531-98FA-42A7B5DC3131}" type="presParOf" srcId="{F1484A65-13EA-468F-A216-CC8C94B1E07D}" destId="{666E4FE4-8CEF-4EF5-B421-96A73F3242C9}" srcOrd="1" destOrd="0" presId="urn:microsoft.com/office/officeart/2005/8/layout/list1"/>
    <dgm:cxn modelId="{AC82A5A2-B2E0-47FF-B2F4-CAA32D9237EB}" type="presParOf" srcId="{D7E20589-4EC0-4F4D-8442-3EF3B9197371}" destId="{6EA1BFF0-F662-4D1B-9946-B7197482538D}" srcOrd="1" destOrd="0" presId="urn:microsoft.com/office/officeart/2005/8/layout/list1"/>
    <dgm:cxn modelId="{6946FE94-1D4B-4635-88AA-3D8C9832879B}" type="presParOf" srcId="{D7E20589-4EC0-4F4D-8442-3EF3B9197371}" destId="{73178BF0-6CE3-423F-8934-F9D1B80E25AE}" srcOrd="2" destOrd="0" presId="urn:microsoft.com/office/officeart/2005/8/layout/list1"/>
    <dgm:cxn modelId="{F2D4EBBC-10B6-4DD0-AF85-6581646D4755}" type="presParOf" srcId="{D7E20589-4EC0-4F4D-8442-3EF3B9197371}" destId="{427D9EF2-7BFE-4CD9-80D5-87E2D207FC92}" srcOrd="3" destOrd="0" presId="urn:microsoft.com/office/officeart/2005/8/layout/list1"/>
    <dgm:cxn modelId="{54EF9E2C-03D2-4205-B75E-C6C6C215DC84}" type="presParOf" srcId="{D7E20589-4EC0-4F4D-8442-3EF3B9197371}" destId="{1859D211-96FB-4613-AB38-AE174D28D568}" srcOrd="4" destOrd="0" presId="urn:microsoft.com/office/officeart/2005/8/layout/list1"/>
    <dgm:cxn modelId="{55A9344C-95ED-4DC3-BAA8-644CA8BAD17C}" type="presParOf" srcId="{1859D211-96FB-4613-AB38-AE174D28D568}" destId="{61266CB8-1EFB-42AE-9800-17E860FF3638}" srcOrd="0" destOrd="0" presId="urn:microsoft.com/office/officeart/2005/8/layout/list1"/>
    <dgm:cxn modelId="{4BA924FF-AAF0-4101-ACB4-B6DE1F840FA4}" type="presParOf" srcId="{1859D211-96FB-4613-AB38-AE174D28D568}" destId="{88357D4B-7995-4B1E-8790-B3D74E9711FF}" srcOrd="1" destOrd="0" presId="urn:microsoft.com/office/officeart/2005/8/layout/list1"/>
    <dgm:cxn modelId="{BFE74D6B-E4FA-4E3E-8A28-858EB1D5B2F2}" type="presParOf" srcId="{D7E20589-4EC0-4F4D-8442-3EF3B9197371}" destId="{7937C67D-14D4-4440-A5EA-27D7B37F2592}" srcOrd="5" destOrd="0" presId="urn:microsoft.com/office/officeart/2005/8/layout/list1"/>
    <dgm:cxn modelId="{F42E2659-BC7A-43FA-BF78-0E077712EDEA}" type="presParOf" srcId="{D7E20589-4EC0-4F4D-8442-3EF3B9197371}" destId="{AC87567C-BC9F-4E2F-A36E-9769B882BD68}" srcOrd="6" destOrd="0" presId="urn:microsoft.com/office/officeart/2005/8/layout/list1"/>
    <dgm:cxn modelId="{342F90FB-39B7-4C4F-A601-7EC0804DC5EC}" type="presParOf" srcId="{D7E20589-4EC0-4F4D-8442-3EF3B9197371}" destId="{FD86411F-6909-44F3-85B4-175593951F34}" srcOrd="7" destOrd="0" presId="urn:microsoft.com/office/officeart/2005/8/layout/list1"/>
    <dgm:cxn modelId="{69D18EAC-074C-4EA2-9184-EC1AE67C9439}" type="presParOf" srcId="{D7E20589-4EC0-4F4D-8442-3EF3B9197371}" destId="{D30D227A-324F-4C0A-BCA7-F82ADAEE68F8}" srcOrd="8" destOrd="0" presId="urn:microsoft.com/office/officeart/2005/8/layout/list1"/>
    <dgm:cxn modelId="{B15C7232-4300-43AF-8EDE-4A6163F66FFC}" type="presParOf" srcId="{D30D227A-324F-4C0A-BCA7-F82ADAEE68F8}" destId="{0108C161-7B67-42DA-87A6-EC85D6608AA2}" srcOrd="0" destOrd="0" presId="urn:microsoft.com/office/officeart/2005/8/layout/list1"/>
    <dgm:cxn modelId="{41817BBF-8260-48E4-AD05-ED793DCD741B}" type="presParOf" srcId="{D30D227A-324F-4C0A-BCA7-F82ADAEE68F8}" destId="{E0EA4A93-1ED1-4A0C-A4F8-2B5D4722A31B}" srcOrd="1" destOrd="0" presId="urn:microsoft.com/office/officeart/2005/8/layout/list1"/>
    <dgm:cxn modelId="{3A0099CA-F12A-43E8-8ACC-F3E38F61906F}" type="presParOf" srcId="{D7E20589-4EC0-4F4D-8442-3EF3B9197371}" destId="{964A5156-479F-4DD7-8CE6-9FD3CC5ECA47}" srcOrd="9" destOrd="0" presId="urn:microsoft.com/office/officeart/2005/8/layout/list1"/>
    <dgm:cxn modelId="{5C378194-897F-44F5-B5A5-851A23FBE235}" type="presParOf" srcId="{D7E20589-4EC0-4F4D-8442-3EF3B9197371}" destId="{C929A73F-8DAF-4483-8E9D-6F480E8282C5}" srcOrd="10" destOrd="0" presId="urn:microsoft.com/office/officeart/2005/8/layout/list1"/>
    <dgm:cxn modelId="{DAA0C524-D11B-4054-90D3-FC0AC11E8FA1}" type="presParOf" srcId="{D7E20589-4EC0-4F4D-8442-3EF3B9197371}" destId="{BFBA5A65-C9C4-4255-A0D9-E95FB59BC7B2}" srcOrd="11" destOrd="0" presId="urn:microsoft.com/office/officeart/2005/8/layout/list1"/>
    <dgm:cxn modelId="{63BD7B8C-BD60-491F-8862-238E00D9771F}" type="presParOf" srcId="{D7E20589-4EC0-4F4D-8442-3EF3B9197371}" destId="{3FE9EE98-C253-4B47-97F1-C935BD4826D1}" srcOrd="12" destOrd="0" presId="urn:microsoft.com/office/officeart/2005/8/layout/list1"/>
    <dgm:cxn modelId="{BD7C40FB-6542-46F5-B11A-02B1326C5BCC}" type="presParOf" srcId="{3FE9EE98-C253-4B47-97F1-C935BD4826D1}" destId="{46AFD930-B18B-4BF1-A429-4788584BFD27}" srcOrd="0" destOrd="0" presId="urn:microsoft.com/office/officeart/2005/8/layout/list1"/>
    <dgm:cxn modelId="{E05D8AA3-D94A-45C2-8486-E7027B07870B}" type="presParOf" srcId="{3FE9EE98-C253-4B47-97F1-C935BD4826D1}" destId="{3A57B388-62B4-4748-A4E2-E20D3E8027B3}" srcOrd="1" destOrd="0" presId="urn:microsoft.com/office/officeart/2005/8/layout/list1"/>
    <dgm:cxn modelId="{D386F161-EBD0-425C-B930-A54D21056379}" type="presParOf" srcId="{D7E20589-4EC0-4F4D-8442-3EF3B9197371}" destId="{7321B01A-77F3-4E3B-AB3D-C6D747A227AA}" srcOrd="13" destOrd="0" presId="urn:microsoft.com/office/officeart/2005/8/layout/list1"/>
    <dgm:cxn modelId="{77BA9429-E41E-44E5-B235-9B9AD9EE4FA3}" type="presParOf" srcId="{D7E20589-4EC0-4F4D-8442-3EF3B9197371}" destId="{7D3A60F9-794A-47B2-B5B9-B316C415F79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Variables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pPr>
            <a:buSzPct val="100000"/>
            <a:buFont typeface="Arial" panose="020B0604020202020204" pitchFamily="34" charset="0"/>
            <a:buChar char="•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Price, Age, KM (mileage), HP (horsepower), Weight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Fuel type, Color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51A6936C-668E-4912-B1B4-BA2D45D3F624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Binary Variables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pPr>
            <a:buSzPct val="100000"/>
            <a:buFont typeface="Arial" panose="020B0604020202020204" pitchFamily="34" charset="0"/>
            <a:buChar char="•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ABS, Airbags, AC, Radio, Tow Bar, Power Steering, Power Windows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928B5CB8-3545-4EE5-8BED-981D3C6157A5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 Dataset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n-U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n-US"/>
        </a:p>
      </dgm:t>
    </dgm:pt>
    <dgm:pt modelId="{95A524E6-8A71-49A1-AF74-29696A02028A}">
      <dgm:prSet phldrT="[Text]" custT="1"/>
      <dgm:spPr/>
      <dgm:t>
        <a:bodyPr/>
        <a:lstStyle/>
        <a:p>
          <a:pPr>
            <a:buSzPct val="100000"/>
            <a:buFont typeface="Arial" panose="020B0604020202020204" pitchFamily="34" charset="0"/>
            <a:buChar char="•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Cleaned and prepared dataset with 36 encoded variables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2C86CAF-440B-4BB7-BD46-805908EC2D17}" type="parTrans" cxnId="{764A7F40-FC93-4B5E-82E4-B29F920B2D30}">
      <dgm:prSet/>
      <dgm:spPr/>
      <dgm:t>
        <a:bodyPr/>
        <a:lstStyle/>
        <a:p>
          <a:endParaRPr lang="en-US"/>
        </a:p>
      </dgm:t>
    </dgm:pt>
    <dgm:pt modelId="{EE0C23C2-8A0C-497A-A914-ED60FDCA930F}" type="sibTrans" cxnId="{764A7F40-FC93-4B5E-82E4-B29F920B2D30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4" custScaleX="110001" custScaleY="110001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4" custScaleX="110000" custScaleY="110000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4" custScaleX="110001" custScaleY="110001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4" custScaleX="110000" custScaleY="110000">
        <dgm:presLayoutVars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4" custScaleX="110001" custScaleY="110001">
        <dgm:presLayoutVars>
          <dgm:chMax val="1"/>
          <dgm:bulletEnabled val="1"/>
        </dgm:presLayoutVars>
      </dgm:prSet>
      <dgm:spPr/>
    </dgm:pt>
    <dgm:pt modelId="{A66EBD3D-E7C5-421C-B8B5-728648057DDC}" type="pres">
      <dgm:prSet presAssocID="{51A6936C-668E-4912-B1B4-BA2D45D3F624}" presName="descendantText" presStyleLbl="alignAccFollowNode1" presStyleIdx="2" presStyleCnt="4" custScaleX="110000" custScaleY="110000">
        <dgm:presLayoutVars>
          <dgm:bulletEnabled val="1"/>
        </dgm:presLayoutVars>
      </dgm:prSet>
      <dgm:spPr/>
    </dgm:pt>
    <dgm:pt modelId="{4D3735EA-64D5-44A4-9D60-787BDDA83D1A}" type="pres">
      <dgm:prSet presAssocID="{E68031D9-E3F9-439E-86FC-2A0A3A3988D0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3" presStyleCnt="4" custScaleX="110001" custScaleY="110001">
        <dgm:presLayoutVars>
          <dgm:chMax val="1"/>
          <dgm:bulletEnabled val="1"/>
        </dgm:presLayoutVars>
      </dgm:prSet>
      <dgm:spPr/>
    </dgm:pt>
    <dgm:pt modelId="{95E0557D-F0A1-4F38-8083-55DE7503164F}" type="pres">
      <dgm:prSet presAssocID="{928B5CB8-3545-4EE5-8BED-981D3C6157A5}" presName="descendantText" presStyleLbl="alignAccFollowNode1" presStyleIdx="3" presStyleCnt="4" custScaleX="110000" custScaleY="110000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764A7F40-FC93-4B5E-82E4-B29F920B2D30}" srcId="{928B5CB8-3545-4EE5-8BED-981D3C6157A5}" destId="{95A524E6-8A71-49A1-AF74-29696A02028A}" srcOrd="0" destOrd="0" parTransId="{52C86CAF-440B-4BB7-BD46-805908EC2D17}" sibTransId="{EE0C23C2-8A0C-497A-A914-ED60FDCA930F}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C65EFE7A-5430-4917-89D2-D70BAF0289E3}" type="presOf" srcId="{2A9B6C90-9B70-4ED8-9084-8651413BB905}" destId="{A66EBD3D-E7C5-421C-B8B5-728648057DDC}" srcOrd="0" destOrd="0" presId="urn:microsoft.com/office/officeart/2005/8/layout/vList5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66EBA0EC-F77C-4ABE-8815-8C8F4F6ACAB5}" type="presOf" srcId="{95A524E6-8A71-49A1-AF74-29696A02028A}" destId="{95E0557D-F0A1-4F38-8083-55DE7503164F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477107E6-023C-4B3F-96EF-D2D5DA516C5C}" type="presParOf" srcId="{74B4E996-D144-43FA-9C7B-5183D295C315}" destId="{A66EBD3D-E7C5-421C-B8B5-728648057DDC}" srcOrd="1" destOrd="0" presId="urn:microsoft.com/office/officeart/2005/8/layout/vList5"/>
    <dgm:cxn modelId="{933347A6-BCAF-495A-96A7-208A97A1751A}" type="presParOf" srcId="{99FD7F24-5BB9-46E8-BB7C-4B477B73B815}" destId="{4D3735EA-64D5-44A4-9D60-787BDDA83D1A}" srcOrd="5" destOrd="0" presId="urn:microsoft.com/office/officeart/2005/8/layout/vList5"/>
    <dgm:cxn modelId="{677D4939-AE22-4645-A75D-BD07DA38E78F}" type="presParOf" srcId="{99FD7F24-5BB9-46E8-BB7C-4B477B73B815}" destId="{120DCED0-01FF-429D-8B4B-923E0875F75E}" srcOrd="6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  <dgm:cxn modelId="{16466152-551A-417E-9EB3-4C0FC3867902}" type="presParOf" srcId="{120DCED0-01FF-429D-8B4B-923E0875F75E}" destId="{95E0557D-F0A1-4F38-8083-55DE7503164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F7584C-6CC5-40A2-9566-2842A5DEA97A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Converted categorical fields into factors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51A6936C-668E-4912-B1B4-BA2D45D3F624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dummy variables for Fuel and Color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928B5CB8-3545-4EE5-8BED-981D3C6157A5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Normalized predictors for neural network stability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n-U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n-US"/>
        </a:p>
      </dgm:t>
    </dgm:pt>
    <dgm:pt modelId="{0D51337A-31FA-4717-B2BF-9243F96D2B9B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Checked for missing or inconsistent key variables</a:t>
          </a:r>
          <a:endParaRPr lang="en-US" sz="23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E5AE061A-D939-4F8C-862A-3DA1B1E37801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Split data into 70% training and 30% validation</a:t>
          </a:r>
        </a:p>
      </dgm:t>
    </dgm:pt>
    <dgm:pt modelId="{2424D8EF-E94B-4B0F-B28C-02DA9AD4BC91}" type="parTrans" cxnId="{E530CAB3-D21A-41E9-BA24-40628A21BE42}">
      <dgm:prSet/>
      <dgm:spPr/>
      <dgm:t>
        <a:bodyPr/>
        <a:lstStyle/>
        <a:p>
          <a:endParaRPr lang="en-US"/>
        </a:p>
      </dgm:t>
    </dgm:pt>
    <dgm:pt modelId="{0D26F7CA-EDCF-4E82-8775-6BFF0CD51FBC}" type="sibTrans" cxnId="{E530CAB3-D21A-41E9-BA24-40628A21BE42}">
      <dgm:prSet/>
      <dgm:spPr/>
      <dgm:t>
        <a:bodyPr/>
        <a:lstStyle/>
        <a:p>
          <a:endParaRPr lang="en-US"/>
        </a:p>
      </dgm:t>
    </dgm:pt>
    <dgm:pt modelId="{932E9011-0189-48C5-9C14-4906A43A8ADB}">
      <dgm:prSet/>
      <dgm:spPr/>
    </dgm:pt>
    <dgm:pt modelId="{E7A24F19-0F10-4877-B3AE-9CFB4D4DD851}" type="parTrans" cxnId="{72F54D64-6627-4A7C-B4BB-58C4FFBB7538}">
      <dgm:prSet/>
      <dgm:spPr/>
      <dgm:t>
        <a:bodyPr/>
        <a:lstStyle/>
        <a:p>
          <a:endParaRPr lang="en-US"/>
        </a:p>
      </dgm:t>
    </dgm:pt>
    <dgm:pt modelId="{53055637-2F8E-430D-85D8-6D1E90801F68}" type="sibTrans" cxnId="{72F54D64-6627-4A7C-B4BB-58C4FFBB7538}">
      <dgm:prSet/>
      <dgm:spPr/>
      <dgm:t>
        <a:bodyPr/>
        <a:lstStyle/>
        <a:p>
          <a:endParaRPr lang="en-US"/>
        </a:p>
      </dgm:t>
    </dgm:pt>
    <dgm:pt modelId="{3E89F942-43CE-4DCB-AAB4-A5B81EC212A3}" type="pres">
      <dgm:prSet presAssocID="{81269538-BFC5-48BB-BEA1-D7AF1F385FD5}" presName="outerComposite" presStyleCnt="0">
        <dgm:presLayoutVars>
          <dgm:chMax val="5"/>
          <dgm:dir/>
          <dgm:resizeHandles val="exact"/>
        </dgm:presLayoutVars>
      </dgm:prSet>
      <dgm:spPr/>
    </dgm:pt>
    <dgm:pt modelId="{EF24464D-DF55-42E9-A00A-56CE6DF21AE1}" type="pres">
      <dgm:prSet presAssocID="{81269538-BFC5-48BB-BEA1-D7AF1F385FD5}" presName="dummyMaxCanvas" presStyleCnt="0">
        <dgm:presLayoutVars/>
      </dgm:prSet>
      <dgm:spPr/>
    </dgm:pt>
    <dgm:pt modelId="{04F9B065-3282-4DFD-B940-B909A63966A2}" type="pres">
      <dgm:prSet presAssocID="{81269538-BFC5-48BB-BEA1-D7AF1F385FD5}" presName="FiveNodes_1" presStyleLbl="node1" presStyleIdx="0" presStyleCnt="5">
        <dgm:presLayoutVars>
          <dgm:bulletEnabled val="1"/>
        </dgm:presLayoutVars>
      </dgm:prSet>
      <dgm:spPr/>
    </dgm:pt>
    <dgm:pt modelId="{AE64D14B-DB14-45C8-BC43-7D9E667B1506}" type="pres">
      <dgm:prSet presAssocID="{81269538-BFC5-48BB-BEA1-D7AF1F385FD5}" presName="FiveNodes_2" presStyleLbl="node1" presStyleIdx="1" presStyleCnt="5">
        <dgm:presLayoutVars>
          <dgm:bulletEnabled val="1"/>
        </dgm:presLayoutVars>
      </dgm:prSet>
      <dgm:spPr/>
    </dgm:pt>
    <dgm:pt modelId="{FB26DAE3-5132-4B88-8B24-BF43B147155C}" type="pres">
      <dgm:prSet presAssocID="{81269538-BFC5-48BB-BEA1-D7AF1F385FD5}" presName="FiveNodes_3" presStyleLbl="node1" presStyleIdx="2" presStyleCnt="5">
        <dgm:presLayoutVars>
          <dgm:bulletEnabled val="1"/>
        </dgm:presLayoutVars>
      </dgm:prSet>
      <dgm:spPr/>
    </dgm:pt>
    <dgm:pt modelId="{1FD56D1C-AC49-435A-9BAB-F977ECBBA42C}" type="pres">
      <dgm:prSet presAssocID="{81269538-BFC5-48BB-BEA1-D7AF1F385FD5}" presName="FiveNodes_4" presStyleLbl="node1" presStyleIdx="3" presStyleCnt="5">
        <dgm:presLayoutVars>
          <dgm:bulletEnabled val="1"/>
        </dgm:presLayoutVars>
      </dgm:prSet>
      <dgm:spPr/>
    </dgm:pt>
    <dgm:pt modelId="{CA5A63F5-2411-4254-BF14-0BE5EB5AF3F6}" type="pres">
      <dgm:prSet presAssocID="{81269538-BFC5-48BB-BEA1-D7AF1F385FD5}" presName="FiveNodes_5" presStyleLbl="node1" presStyleIdx="4" presStyleCnt="5">
        <dgm:presLayoutVars>
          <dgm:bulletEnabled val="1"/>
        </dgm:presLayoutVars>
      </dgm:prSet>
      <dgm:spPr/>
    </dgm:pt>
    <dgm:pt modelId="{D7EB40CF-4108-420C-9B3F-DC86B00F11AC}" type="pres">
      <dgm:prSet presAssocID="{81269538-BFC5-48BB-BEA1-D7AF1F385FD5}" presName="FiveConn_1-2" presStyleLbl="fgAccFollowNode1" presStyleIdx="0" presStyleCnt="4">
        <dgm:presLayoutVars>
          <dgm:bulletEnabled val="1"/>
        </dgm:presLayoutVars>
      </dgm:prSet>
      <dgm:spPr/>
    </dgm:pt>
    <dgm:pt modelId="{F7B2369B-16C7-4627-BA0A-72E7098D0933}" type="pres">
      <dgm:prSet presAssocID="{81269538-BFC5-48BB-BEA1-D7AF1F385FD5}" presName="FiveConn_2-3" presStyleLbl="fgAccFollowNode1" presStyleIdx="1" presStyleCnt="4">
        <dgm:presLayoutVars>
          <dgm:bulletEnabled val="1"/>
        </dgm:presLayoutVars>
      </dgm:prSet>
      <dgm:spPr/>
    </dgm:pt>
    <dgm:pt modelId="{3F4949ED-82F6-4C20-B8AA-BCE76891E3FB}" type="pres">
      <dgm:prSet presAssocID="{81269538-BFC5-48BB-BEA1-D7AF1F385FD5}" presName="FiveConn_3-4" presStyleLbl="fgAccFollowNode1" presStyleIdx="2" presStyleCnt="4">
        <dgm:presLayoutVars>
          <dgm:bulletEnabled val="1"/>
        </dgm:presLayoutVars>
      </dgm:prSet>
      <dgm:spPr/>
    </dgm:pt>
    <dgm:pt modelId="{1E7D2DEE-E24B-4498-A061-6FCD279F7180}" type="pres">
      <dgm:prSet presAssocID="{81269538-BFC5-48BB-BEA1-D7AF1F385FD5}" presName="FiveConn_4-5" presStyleLbl="fgAccFollowNode1" presStyleIdx="3" presStyleCnt="4">
        <dgm:presLayoutVars>
          <dgm:bulletEnabled val="1"/>
        </dgm:presLayoutVars>
      </dgm:prSet>
      <dgm:spPr/>
    </dgm:pt>
    <dgm:pt modelId="{B0A49493-DD60-461B-87C9-098D1467FDD9}" type="pres">
      <dgm:prSet presAssocID="{81269538-BFC5-48BB-BEA1-D7AF1F385FD5}" presName="FiveNodes_1_text" presStyleLbl="node1" presStyleIdx="4" presStyleCnt="5">
        <dgm:presLayoutVars>
          <dgm:bulletEnabled val="1"/>
        </dgm:presLayoutVars>
      </dgm:prSet>
      <dgm:spPr/>
    </dgm:pt>
    <dgm:pt modelId="{00149FE8-4E9E-4776-BC6B-C481DAB58966}" type="pres">
      <dgm:prSet presAssocID="{81269538-BFC5-48BB-BEA1-D7AF1F385FD5}" presName="FiveNodes_2_text" presStyleLbl="node1" presStyleIdx="4" presStyleCnt="5">
        <dgm:presLayoutVars>
          <dgm:bulletEnabled val="1"/>
        </dgm:presLayoutVars>
      </dgm:prSet>
      <dgm:spPr/>
    </dgm:pt>
    <dgm:pt modelId="{3B1A6FD4-37CE-433B-B725-7F1674F62A06}" type="pres">
      <dgm:prSet presAssocID="{81269538-BFC5-48BB-BEA1-D7AF1F385FD5}" presName="FiveNodes_3_text" presStyleLbl="node1" presStyleIdx="4" presStyleCnt="5">
        <dgm:presLayoutVars>
          <dgm:bulletEnabled val="1"/>
        </dgm:presLayoutVars>
      </dgm:prSet>
      <dgm:spPr/>
    </dgm:pt>
    <dgm:pt modelId="{5D532D77-EF2F-49FA-8DA4-D05BF258AADF}" type="pres">
      <dgm:prSet presAssocID="{81269538-BFC5-48BB-BEA1-D7AF1F385FD5}" presName="FiveNodes_4_text" presStyleLbl="node1" presStyleIdx="4" presStyleCnt="5">
        <dgm:presLayoutVars>
          <dgm:bulletEnabled val="1"/>
        </dgm:presLayoutVars>
      </dgm:prSet>
      <dgm:spPr/>
    </dgm:pt>
    <dgm:pt modelId="{E14DBD85-967D-4AAA-8E11-D6C0AFC3E43B}" type="pres">
      <dgm:prSet presAssocID="{81269538-BFC5-48BB-BEA1-D7AF1F385FD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BEE3204-83E5-4864-AE8B-20CA6AD39767}" type="presOf" srcId="{A7F7584C-6CC5-40A2-9566-2842A5DEA97A}" destId="{00149FE8-4E9E-4776-BC6B-C481DAB58966}" srcOrd="1" destOrd="0" presId="urn:microsoft.com/office/officeart/2005/8/layout/vProcess5"/>
    <dgm:cxn modelId="{D4205B23-DD85-4566-BBFC-75B4E53B8BDF}" type="presOf" srcId="{0D51337A-31FA-4717-B2BF-9243F96D2B9B}" destId="{04F9B065-3282-4DFD-B940-B909A63966A2}" srcOrd="0" destOrd="0" presId="urn:microsoft.com/office/officeart/2005/8/layout/vProcess5"/>
    <dgm:cxn modelId="{9B21A42E-BA30-49F1-953C-0DA073F1C2E6}" type="presOf" srcId="{8EF545BA-8D8A-4813-A428-2F18D76E61FA}" destId="{1E7D2DEE-E24B-4498-A061-6FCD279F7180}" srcOrd="0" destOrd="0" presId="urn:microsoft.com/office/officeart/2005/8/layout/vProcess5"/>
    <dgm:cxn modelId="{72F54D64-6627-4A7C-B4BB-58C4FFBB7538}" srcId="{81269538-BFC5-48BB-BEA1-D7AF1F385FD5}" destId="{932E9011-0189-48C5-9C14-4906A43A8ADB}" srcOrd="5" destOrd="0" parTransId="{E7A24F19-0F10-4877-B3AE-9CFB4D4DD851}" sibTransId="{53055637-2F8E-430D-85D8-6D1E90801F68}"/>
    <dgm:cxn modelId="{73373E6D-A5AD-469F-B898-038A821967AA}" type="presOf" srcId="{C41ED6A4-512C-48AB-901D-671B73446005}" destId="{F7B2369B-16C7-4627-BA0A-72E7098D0933}" srcOrd="0" destOrd="0" presId="urn:microsoft.com/office/officeart/2005/8/layout/vProcess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BD590C82-098F-4A2D-93A1-95854DE74556}" type="presOf" srcId="{51A6936C-668E-4912-B1B4-BA2D45D3F624}" destId="{FB26DAE3-5132-4B88-8B24-BF43B147155C}" srcOrd="0" destOrd="0" presId="urn:microsoft.com/office/officeart/2005/8/layout/vProcess5"/>
    <dgm:cxn modelId="{7522F4AC-15F3-4ABB-BEB2-18A98DDD3DAB}" type="presOf" srcId="{E68031D9-E3F9-439E-86FC-2A0A3A3988D0}" destId="{3F4949ED-82F6-4C20-B8AA-BCE76891E3FB}" srcOrd="0" destOrd="0" presId="urn:microsoft.com/office/officeart/2005/8/layout/vProcess5"/>
    <dgm:cxn modelId="{5E0A6BB0-18E2-47BB-AB42-A1DB15D3E44E}" type="presOf" srcId="{E5AE061A-D939-4F8C-862A-3DA1B1E37801}" destId="{CA5A63F5-2411-4254-BF14-0BE5EB5AF3F6}" srcOrd="0" destOrd="0" presId="urn:microsoft.com/office/officeart/2005/8/layout/vProcess5"/>
    <dgm:cxn modelId="{A5D384B0-9B58-4D60-8A29-7CCE5F7FABB6}" type="presOf" srcId="{928B5CB8-3545-4EE5-8BED-981D3C6157A5}" destId="{5D532D77-EF2F-49FA-8DA4-D05BF258AADF}" srcOrd="1" destOrd="0" presId="urn:microsoft.com/office/officeart/2005/8/layout/vProcess5"/>
    <dgm:cxn modelId="{E530CAB3-D21A-41E9-BA24-40628A21BE42}" srcId="{81269538-BFC5-48BB-BEA1-D7AF1F385FD5}" destId="{E5AE061A-D939-4F8C-862A-3DA1B1E37801}" srcOrd="4" destOrd="0" parTransId="{2424D8EF-E94B-4B0F-B28C-02DA9AD4BC91}" sibTransId="{0D26F7CA-EDCF-4E82-8775-6BFF0CD51FBC}"/>
    <dgm:cxn modelId="{FA2276BB-C970-4650-A3DD-40480B62A942}" type="presOf" srcId="{0D51337A-31FA-4717-B2BF-9243F96D2B9B}" destId="{B0A49493-DD60-461B-87C9-098D1467FDD9}" srcOrd="1" destOrd="0" presId="urn:microsoft.com/office/officeart/2005/8/layout/vProcess5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EA9CA2D2-131A-4AD8-A32C-B95C43A9D94A}" type="presOf" srcId="{81269538-BFC5-48BB-BEA1-D7AF1F385FD5}" destId="{3E89F942-43CE-4DCB-AAB4-A5B81EC212A3}" srcOrd="0" destOrd="0" presId="urn:microsoft.com/office/officeart/2005/8/layout/vProcess5"/>
    <dgm:cxn modelId="{2A2E5EEE-02B9-4F81-83FA-B5C05BFBD49B}" type="presOf" srcId="{E5AE061A-D939-4F8C-862A-3DA1B1E37801}" destId="{E14DBD85-967D-4AAA-8E11-D6C0AFC3E43B}" srcOrd="1" destOrd="0" presId="urn:microsoft.com/office/officeart/2005/8/layout/vProcess5"/>
    <dgm:cxn modelId="{95DE66FA-251C-4874-9C70-5340CD4F9248}" type="presOf" srcId="{6799645E-F42F-43D8-B2EA-A1377D84D0B3}" destId="{D7EB40CF-4108-420C-9B3F-DC86B00F11AC}" srcOrd="0" destOrd="0" presId="urn:microsoft.com/office/officeart/2005/8/layout/vProcess5"/>
    <dgm:cxn modelId="{4B38A6FA-F32A-4344-83E4-9A1F2952F84B}" type="presOf" srcId="{51A6936C-668E-4912-B1B4-BA2D45D3F624}" destId="{3B1A6FD4-37CE-433B-B725-7F1674F62A06}" srcOrd="1" destOrd="0" presId="urn:microsoft.com/office/officeart/2005/8/layout/vProcess5"/>
    <dgm:cxn modelId="{DD3F23FC-85A3-4927-AE26-EA179D8172A2}" type="presOf" srcId="{A7F7584C-6CC5-40A2-9566-2842A5DEA97A}" destId="{AE64D14B-DB14-45C8-BC43-7D9E667B1506}" srcOrd="0" destOrd="0" presId="urn:microsoft.com/office/officeart/2005/8/layout/vProcess5"/>
    <dgm:cxn modelId="{6D6E8AFD-50C2-464F-A78B-3097653E2740}" type="presOf" srcId="{928B5CB8-3545-4EE5-8BED-981D3C6157A5}" destId="{1FD56D1C-AC49-435A-9BAB-F977ECBBA42C}" srcOrd="0" destOrd="0" presId="urn:microsoft.com/office/officeart/2005/8/layout/vProcess5"/>
    <dgm:cxn modelId="{4FEFEA73-E7DA-4E49-8D95-0FE2D71B3860}" type="presParOf" srcId="{3E89F942-43CE-4DCB-AAB4-A5B81EC212A3}" destId="{EF24464D-DF55-42E9-A00A-56CE6DF21AE1}" srcOrd="0" destOrd="0" presId="urn:microsoft.com/office/officeart/2005/8/layout/vProcess5"/>
    <dgm:cxn modelId="{7A6A5751-B777-48B8-872A-C84EFCC25753}" type="presParOf" srcId="{3E89F942-43CE-4DCB-AAB4-A5B81EC212A3}" destId="{04F9B065-3282-4DFD-B940-B909A63966A2}" srcOrd="1" destOrd="0" presId="urn:microsoft.com/office/officeart/2005/8/layout/vProcess5"/>
    <dgm:cxn modelId="{6FCFC1F8-87A6-45B6-9F1B-2FDBE8968DC4}" type="presParOf" srcId="{3E89F942-43CE-4DCB-AAB4-A5B81EC212A3}" destId="{AE64D14B-DB14-45C8-BC43-7D9E667B1506}" srcOrd="2" destOrd="0" presId="urn:microsoft.com/office/officeart/2005/8/layout/vProcess5"/>
    <dgm:cxn modelId="{5C7C37CC-7A45-436B-AC9C-971539E5DE2F}" type="presParOf" srcId="{3E89F942-43CE-4DCB-AAB4-A5B81EC212A3}" destId="{FB26DAE3-5132-4B88-8B24-BF43B147155C}" srcOrd="3" destOrd="0" presId="urn:microsoft.com/office/officeart/2005/8/layout/vProcess5"/>
    <dgm:cxn modelId="{3D1773D1-774C-4545-BC76-0E531C9B8AD9}" type="presParOf" srcId="{3E89F942-43CE-4DCB-AAB4-A5B81EC212A3}" destId="{1FD56D1C-AC49-435A-9BAB-F977ECBBA42C}" srcOrd="4" destOrd="0" presId="urn:microsoft.com/office/officeart/2005/8/layout/vProcess5"/>
    <dgm:cxn modelId="{1BEFF3E5-92AC-4431-B32F-C416297C9241}" type="presParOf" srcId="{3E89F942-43CE-4DCB-AAB4-A5B81EC212A3}" destId="{CA5A63F5-2411-4254-BF14-0BE5EB5AF3F6}" srcOrd="5" destOrd="0" presId="urn:microsoft.com/office/officeart/2005/8/layout/vProcess5"/>
    <dgm:cxn modelId="{AAC102D0-9746-435E-A836-FF26BB397EDE}" type="presParOf" srcId="{3E89F942-43CE-4DCB-AAB4-A5B81EC212A3}" destId="{D7EB40CF-4108-420C-9B3F-DC86B00F11AC}" srcOrd="6" destOrd="0" presId="urn:microsoft.com/office/officeart/2005/8/layout/vProcess5"/>
    <dgm:cxn modelId="{E042CABE-3027-4AAE-9259-149F580E7E48}" type="presParOf" srcId="{3E89F942-43CE-4DCB-AAB4-A5B81EC212A3}" destId="{F7B2369B-16C7-4627-BA0A-72E7098D0933}" srcOrd="7" destOrd="0" presId="urn:microsoft.com/office/officeart/2005/8/layout/vProcess5"/>
    <dgm:cxn modelId="{0B45ABC4-AB04-4C03-9880-C26BD1124B07}" type="presParOf" srcId="{3E89F942-43CE-4DCB-AAB4-A5B81EC212A3}" destId="{3F4949ED-82F6-4C20-B8AA-BCE76891E3FB}" srcOrd="8" destOrd="0" presId="urn:microsoft.com/office/officeart/2005/8/layout/vProcess5"/>
    <dgm:cxn modelId="{468934E0-C801-4112-8BB2-B9B09222EDE8}" type="presParOf" srcId="{3E89F942-43CE-4DCB-AAB4-A5B81EC212A3}" destId="{1E7D2DEE-E24B-4498-A061-6FCD279F7180}" srcOrd="9" destOrd="0" presId="urn:microsoft.com/office/officeart/2005/8/layout/vProcess5"/>
    <dgm:cxn modelId="{E4A6ED66-A050-4EE8-8495-339AB7D76C28}" type="presParOf" srcId="{3E89F942-43CE-4DCB-AAB4-A5B81EC212A3}" destId="{B0A49493-DD60-461B-87C9-098D1467FDD9}" srcOrd="10" destOrd="0" presId="urn:microsoft.com/office/officeart/2005/8/layout/vProcess5"/>
    <dgm:cxn modelId="{955A9721-3C44-48D0-B1EC-C88D4CE2E199}" type="presParOf" srcId="{3E89F942-43CE-4DCB-AAB4-A5B81EC212A3}" destId="{00149FE8-4E9E-4776-BC6B-C481DAB58966}" srcOrd="11" destOrd="0" presId="urn:microsoft.com/office/officeart/2005/8/layout/vProcess5"/>
    <dgm:cxn modelId="{B2742AFA-FCA6-46AF-8923-FA1C6B1C82F6}" type="presParOf" srcId="{3E89F942-43CE-4DCB-AAB4-A5B81EC212A3}" destId="{3B1A6FD4-37CE-433B-B725-7F1674F62A06}" srcOrd="12" destOrd="0" presId="urn:microsoft.com/office/officeart/2005/8/layout/vProcess5"/>
    <dgm:cxn modelId="{9754DE6D-A844-4717-BBE4-ED1815144543}" type="presParOf" srcId="{3E89F942-43CE-4DCB-AAB4-A5B81EC212A3}" destId="{5D532D77-EF2F-49FA-8DA4-D05BF258AADF}" srcOrd="13" destOrd="0" presId="urn:microsoft.com/office/officeart/2005/8/layout/vProcess5"/>
    <dgm:cxn modelId="{C2B44D8C-93E7-4EC8-920D-B59947648EEB}" type="presParOf" srcId="{3E89F942-43CE-4DCB-AAB4-A5B81EC212A3}" destId="{E14DBD85-967D-4AAA-8E11-D6C0AFC3E43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lProcess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Modeling Framework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 custT="1"/>
      <dgm:spPr/>
      <dgm:t>
        <a:bodyPr/>
        <a:lstStyle/>
        <a:p>
          <a:pPr algn="ctr">
            <a:buFont typeface="Wingdings" panose="05000000000000000000" pitchFamily="2" charset="2"/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 techniques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Models Used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A84AA4D5-2E69-4308-B848-AF7C866DBA37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5AA60D0F-7C99-4FA0-90CA-9CD92DBEF3B7}" type="parTrans" cxnId="{E785B928-0A23-43BA-9D0D-4355335BED79}">
      <dgm:prSet/>
      <dgm:spPr/>
      <dgm:t>
        <a:bodyPr/>
        <a:lstStyle/>
        <a:p>
          <a:endParaRPr lang="en-US"/>
        </a:p>
      </dgm:t>
    </dgm:pt>
    <dgm:pt modelId="{195A1AC7-FDFE-47D0-B6D9-46AB9BA4736B}" type="sibTrans" cxnId="{E785B928-0A23-43BA-9D0D-4355335BED79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>
            <a:buNone/>
          </a:pP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Training &amp; Validation Split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70% Training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4EA3F7C2-8BCE-45BE-A919-CBBB33285BD0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30% Validation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E5A5DB8F-AE1A-4DCD-9400-C8317BA7D81B}" type="parTrans" cxnId="{496CC152-66F4-4FEB-99ED-C8BD1F8A40F9}">
      <dgm:prSet/>
      <dgm:spPr/>
      <dgm:t>
        <a:bodyPr/>
        <a:lstStyle/>
        <a:p>
          <a:endParaRPr lang="en-US"/>
        </a:p>
      </dgm:t>
    </dgm:pt>
    <dgm:pt modelId="{BC932F0D-8B77-458E-AF60-BC2FDCBE0C75}" type="sibTrans" cxnId="{496CC152-66F4-4FEB-99ED-C8BD1F8A40F9}">
      <dgm:prSet/>
      <dgm:spPr/>
      <dgm:t>
        <a:bodyPr/>
        <a:lstStyle/>
        <a:p>
          <a:endParaRPr lang="en-US"/>
        </a:p>
      </dgm:t>
    </dgm:pt>
    <dgm:pt modelId="{26ECA639-0A60-4D96-A34B-F5ACC75DAA0C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</a:t>
          </a:r>
          <a:endParaRPr lang="en-US" sz="20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C4856BF6-9736-45B2-AF8E-AA325F8A725C}" type="parTrans" cxnId="{F270B5BD-559B-4711-AB5A-FD85478BE916}">
      <dgm:prSet/>
      <dgm:spPr/>
      <dgm:t>
        <a:bodyPr/>
        <a:lstStyle/>
        <a:p>
          <a:endParaRPr lang="en-US"/>
        </a:p>
      </dgm:t>
    </dgm:pt>
    <dgm:pt modelId="{DA3F4B23-A392-40BF-A1BD-D150AE345EB0}" type="sibTrans" cxnId="{F270B5BD-559B-4711-AB5A-FD85478BE916}">
      <dgm:prSet/>
      <dgm:spPr/>
      <dgm:t>
        <a:bodyPr/>
        <a:lstStyle/>
        <a:p>
          <a:endParaRPr lang="en-US"/>
        </a:p>
      </dgm:t>
    </dgm:pt>
    <dgm:pt modelId="{2C947734-3FA8-42A5-8F41-487469672B24}">
      <dgm:prSet custT="1"/>
      <dgm:spPr/>
      <dgm:t>
        <a:bodyPr/>
        <a:lstStyle/>
        <a:p>
          <a:pPr>
            <a:buNone/>
          </a:pP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Models compared</a:t>
          </a:r>
        </a:p>
      </dgm:t>
    </dgm:pt>
    <dgm:pt modelId="{51EA72D2-FC35-4B7D-8C3F-B249711C082D}" type="parTrans" cxnId="{6303DA7A-1EA4-4B45-B307-B84AF368549D}">
      <dgm:prSet/>
      <dgm:spPr/>
      <dgm:t>
        <a:bodyPr/>
        <a:lstStyle/>
        <a:p>
          <a:endParaRPr lang="en-US"/>
        </a:p>
      </dgm:t>
    </dgm:pt>
    <dgm:pt modelId="{AF84E568-5751-4A63-A03B-8473100ACECA}" type="sibTrans" cxnId="{6303DA7A-1EA4-4B45-B307-B84AF368549D}">
      <dgm:prSet/>
      <dgm:spPr/>
      <dgm:t>
        <a:bodyPr/>
        <a:lstStyle/>
        <a:p>
          <a:endParaRPr lang="en-US"/>
        </a:p>
      </dgm:t>
    </dgm:pt>
    <dgm:pt modelId="{AFA67A45-0175-4AAA-BB15-10FF323EFA57}">
      <dgm:prSet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Root Mean Squared Error (RMSE)</a:t>
          </a:r>
        </a:p>
      </dgm:t>
    </dgm:pt>
    <dgm:pt modelId="{14B84E91-B8A6-43A3-A25F-F4F12DA3B780}" type="parTrans" cxnId="{78375428-295A-43BB-9E14-F969C99F22F1}">
      <dgm:prSet/>
      <dgm:spPr/>
      <dgm:t>
        <a:bodyPr/>
        <a:lstStyle/>
        <a:p>
          <a:endParaRPr lang="en-US"/>
        </a:p>
      </dgm:t>
    </dgm:pt>
    <dgm:pt modelId="{E64A7A6B-39FB-4551-8077-CBE1AFD7EDA9}" type="sibTrans" cxnId="{78375428-295A-43BB-9E14-F969C99F22F1}">
      <dgm:prSet/>
      <dgm:spPr/>
      <dgm:t>
        <a:bodyPr/>
        <a:lstStyle/>
        <a:p>
          <a:endParaRPr lang="en-US"/>
        </a:p>
      </dgm:t>
    </dgm:pt>
    <dgm:pt modelId="{5AAF05E3-2C78-4ACA-A657-1E3C326E90A1}">
      <dgm:prSet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Mean Absolute Error (MAE)</a:t>
          </a:r>
        </a:p>
      </dgm:t>
    </dgm:pt>
    <dgm:pt modelId="{237616CE-B8D9-4A1D-BAFB-5BA942223915}" type="parTrans" cxnId="{598818A4-60BE-45CB-8444-E3C6F928164F}">
      <dgm:prSet/>
      <dgm:spPr/>
      <dgm:t>
        <a:bodyPr/>
        <a:lstStyle/>
        <a:p>
          <a:endParaRPr lang="en-US"/>
        </a:p>
      </dgm:t>
    </dgm:pt>
    <dgm:pt modelId="{575A2E5D-BC7E-42F2-901E-7AA68EE80DF4}" type="sibTrans" cxnId="{598818A4-60BE-45CB-8444-E3C6F928164F}">
      <dgm:prSet/>
      <dgm:spPr/>
      <dgm:t>
        <a:bodyPr/>
        <a:lstStyle/>
        <a:p>
          <a:endParaRPr lang="en-US"/>
        </a:p>
      </dgm:t>
    </dgm:pt>
    <dgm:pt modelId="{E58B5D36-067A-473C-8DEB-5FE2A9764529}">
      <dgm:prSet custT="1"/>
      <dgm:spPr/>
      <dgm:t>
        <a:bodyPr/>
        <a:lstStyle/>
        <a:p>
          <a:pPr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Coefficient of Determination (R²) </a:t>
          </a:r>
        </a:p>
      </dgm:t>
    </dgm:pt>
    <dgm:pt modelId="{8D4545FD-8223-4DB1-B851-BE00A5C28003}" type="parTrans" cxnId="{828B97DC-4BC6-4011-9668-AF4F0D82FF5B}">
      <dgm:prSet/>
      <dgm:spPr/>
      <dgm:t>
        <a:bodyPr/>
        <a:lstStyle/>
        <a:p>
          <a:endParaRPr lang="en-US"/>
        </a:p>
      </dgm:t>
    </dgm:pt>
    <dgm:pt modelId="{6E089AB6-6610-43CA-914A-31E57794425F}" type="sibTrans" cxnId="{828B97DC-4BC6-4011-9668-AF4F0D82FF5B}">
      <dgm:prSet/>
      <dgm:spPr/>
      <dgm:t>
        <a:bodyPr/>
        <a:lstStyle/>
        <a:p>
          <a:endParaRPr lang="en-US"/>
        </a:p>
      </dgm:t>
    </dgm:pt>
    <dgm:pt modelId="{25C44F0C-D631-4E94-96BD-6ABDFA65F97F}" type="pres">
      <dgm:prSet presAssocID="{CF9FC193-7A05-4631-B681-B56EAB543D38}" presName="theList" presStyleCnt="0">
        <dgm:presLayoutVars>
          <dgm:dir/>
          <dgm:animLvl val="lvl"/>
          <dgm:resizeHandles val="exact"/>
        </dgm:presLayoutVars>
      </dgm:prSet>
      <dgm:spPr/>
    </dgm:pt>
    <dgm:pt modelId="{FA2F0542-8D12-4956-9201-CECF9D64F783}" type="pres">
      <dgm:prSet presAssocID="{6857B86A-DEC1-407C-A1BB-5BF9ACCBCA6A}" presName="compNode" presStyleCnt="0"/>
      <dgm:spPr/>
    </dgm:pt>
    <dgm:pt modelId="{0E29FA8D-3A5C-4302-910F-EE34C8F3861F}" type="pres">
      <dgm:prSet presAssocID="{6857B86A-DEC1-407C-A1BB-5BF9ACCBCA6A}" presName="aNode" presStyleLbl="bgShp" presStyleIdx="0" presStyleCnt="4"/>
      <dgm:spPr/>
    </dgm:pt>
    <dgm:pt modelId="{44DBFBC5-99CF-44F8-846C-1876D7DFA25A}" type="pres">
      <dgm:prSet presAssocID="{6857B86A-DEC1-407C-A1BB-5BF9ACCBCA6A}" presName="textNode" presStyleLbl="bgShp" presStyleIdx="0" presStyleCnt="4"/>
      <dgm:spPr/>
    </dgm:pt>
    <dgm:pt modelId="{8AB56158-5057-488C-A027-460834B4F933}" type="pres">
      <dgm:prSet presAssocID="{6857B86A-DEC1-407C-A1BB-5BF9ACCBCA6A}" presName="compChildNode" presStyleCnt="0"/>
      <dgm:spPr/>
    </dgm:pt>
    <dgm:pt modelId="{1A7E34F2-DB30-4A75-8F6B-35ECBD4D00EF}" type="pres">
      <dgm:prSet presAssocID="{6857B86A-DEC1-407C-A1BB-5BF9ACCBCA6A}" presName="theInnerList" presStyleCnt="0"/>
      <dgm:spPr/>
    </dgm:pt>
    <dgm:pt modelId="{AB9FE84D-A1D1-4F28-9388-29C2FFFC0C36}" type="pres">
      <dgm:prSet presAssocID="{4C8BFA56-3F75-4CAD-90A3-2F214D699322}" presName="childNode" presStyleLbl="node1" presStyleIdx="0" presStyleCnt="9">
        <dgm:presLayoutVars>
          <dgm:bulletEnabled val="1"/>
        </dgm:presLayoutVars>
      </dgm:prSet>
      <dgm:spPr/>
    </dgm:pt>
    <dgm:pt modelId="{CF968580-4B57-45BD-8C01-9BD9BB216E3D}" type="pres">
      <dgm:prSet presAssocID="{6857B86A-DEC1-407C-A1BB-5BF9ACCBCA6A}" presName="aSpace" presStyleCnt="0"/>
      <dgm:spPr/>
    </dgm:pt>
    <dgm:pt modelId="{005A33E7-DFB3-437D-9E75-2ABC4817D81A}" type="pres">
      <dgm:prSet presAssocID="{ABA77F75-8642-4931-8D7E-BE6C6DB9940D}" presName="compNode" presStyleCnt="0"/>
      <dgm:spPr/>
    </dgm:pt>
    <dgm:pt modelId="{09D96D78-C3F8-4F7B-ABFB-6EEA512F334E}" type="pres">
      <dgm:prSet presAssocID="{ABA77F75-8642-4931-8D7E-BE6C6DB9940D}" presName="aNode" presStyleLbl="bgShp" presStyleIdx="1" presStyleCnt="4"/>
      <dgm:spPr/>
    </dgm:pt>
    <dgm:pt modelId="{6E9EA2A1-1DAE-4BF0-ABE4-CDDE785AA84D}" type="pres">
      <dgm:prSet presAssocID="{ABA77F75-8642-4931-8D7E-BE6C6DB9940D}" presName="textNode" presStyleLbl="bgShp" presStyleIdx="1" presStyleCnt="4"/>
      <dgm:spPr/>
    </dgm:pt>
    <dgm:pt modelId="{18B203B5-62F3-460B-B813-2ACECFA2CFBB}" type="pres">
      <dgm:prSet presAssocID="{ABA77F75-8642-4931-8D7E-BE6C6DB9940D}" presName="compChildNode" presStyleCnt="0"/>
      <dgm:spPr/>
    </dgm:pt>
    <dgm:pt modelId="{36697750-E8F5-4911-AA33-6BAC0FFBFD2C}" type="pres">
      <dgm:prSet presAssocID="{ABA77F75-8642-4931-8D7E-BE6C6DB9940D}" presName="theInnerList" presStyleCnt="0"/>
      <dgm:spPr/>
    </dgm:pt>
    <dgm:pt modelId="{0FA4BAF8-1BFF-4F4C-A306-8728F8D2498B}" type="pres">
      <dgm:prSet presAssocID="{611C3B18-07F8-4A66-9682-97E24AEF6014}" presName="childNode" presStyleLbl="node1" presStyleIdx="1" presStyleCnt="9">
        <dgm:presLayoutVars>
          <dgm:bulletEnabled val="1"/>
        </dgm:presLayoutVars>
      </dgm:prSet>
      <dgm:spPr/>
    </dgm:pt>
    <dgm:pt modelId="{B49FE7A9-F080-4C86-955E-445FBB0CB6C9}" type="pres">
      <dgm:prSet presAssocID="{611C3B18-07F8-4A66-9682-97E24AEF6014}" presName="aSpace2" presStyleCnt="0"/>
      <dgm:spPr/>
    </dgm:pt>
    <dgm:pt modelId="{8ABFAFD4-7006-4210-9488-0293C6060193}" type="pres">
      <dgm:prSet presAssocID="{A84AA4D5-2E69-4308-B848-AF7C866DBA37}" presName="childNode" presStyleLbl="node1" presStyleIdx="2" presStyleCnt="9">
        <dgm:presLayoutVars>
          <dgm:bulletEnabled val="1"/>
        </dgm:presLayoutVars>
      </dgm:prSet>
      <dgm:spPr/>
    </dgm:pt>
    <dgm:pt modelId="{8416EFA0-AB22-4D90-9F1B-8E77F12F8591}" type="pres">
      <dgm:prSet presAssocID="{A84AA4D5-2E69-4308-B848-AF7C866DBA37}" presName="aSpace2" presStyleCnt="0"/>
      <dgm:spPr/>
    </dgm:pt>
    <dgm:pt modelId="{7D788715-A0AC-4224-B083-ACC6E029B1D5}" type="pres">
      <dgm:prSet presAssocID="{26ECA639-0A60-4D96-A34B-F5ACC75DAA0C}" presName="childNode" presStyleLbl="node1" presStyleIdx="3" presStyleCnt="9">
        <dgm:presLayoutVars>
          <dgm:bulletEnabled val="1"/>
        </dgm:presLayoutVars>
      </dgm:prSet>
      <dgm:spPr/>
    </dgm:pt>
    <dgm:pt modelId="{E3B53BF4-7C53-46AB-A3F7-7ADF4F1E65B5}" type="pres">
      <dgm:prSet presAssocID="{ABA77F75-8642-4931-8D7E-BE6C6DB9940D}" presName="aSpace" presStyleCnt="0"/>
      <dgm:spPr/>
    </dgm:pt>
    <dgm:pt modelId="{C2867804-114E-4DB7-8888-3F30C08C31FC}" type="pres">
      <dgm:prSet presAssocID="{DA5DFAD8-E443-4F53-9341-A0903BBBD378}" presName="compNode" presStyleCnt="0"/>
      <dgm:spPr/>
    </dgm:pt>
    <dgm:pt modelId="{7955FE29-926D-4F79-9C35-99B2EEDDF30C}" type="pres">
      <dgm:prSet presAssocID="{DA5DFAD8-E443-4F53-9341-A0903BBBD378}" presName="aNode" presStyleLbl="bgShp" presStyleIdx="2" presStyleCnt="4"/>
      <dgm:spPr/>
    </dgm:pt>
    <dgm:pt modelId="{9005AA13-FF6D-495D-8FC2-0C6F807100BA}" type="pres">
      <dgm:prSet presAssocID="{DA5DFAD8-E443-4F53-9341-A0903BBBD378}" presName="textNode" presStyleLbl="bgShp" presStyleIdx="2" presStyleCnt="4"/>
      <dgm:spPr/>
    </dgm:pt>
    <dgm:pt modelId="{A25E40D1-E6D7-4A22-8F17-686B54C6A02F}" type="pres">
      <dgm:prSet presAssocID="{DA5DFAD8-E443-4F53-9341-A0903BBBD378}" presName="compChildNode" presStyleCnt="0"/>
      <dgm:spPr/>
    </dgm:pt>
    <dgm:pt modelId="{6152C004-3008-4B50-9CB0-35062922AE7D}" type="pres">
      <dgm:prSet presAssocID="{DA5DFAD8-E443-4F53-9341-A0903BBBD378}" presName="theInnerList" presStyleCnt="0"/>
      <dgm:spPr/>
    </dgm:pt>
    <dgm:pt modelId="{656451E2-529C-4F4B-A45A-0D5542C86B38}" type="pres">
      <dgm:prSet presAssocID="{6EE89B4E-BAED-4A90-B29D-70AF11256801}" presName="childNode" presStyleLbl="node1" presStyleIdx="4" presStyleCnt="9">
        <dgm:presLayoutVars>
          <dgm:bulletEnabled val="1"/>
        </dgm:presLayoutVars>
      </dgm:prSet>
      <dgm:spPr/>
    </dgm:pt>
    <dgm:pt modelId="{539B1954-4EFE-428A-B37E-060CDAB53D26}" type="pres">
      <dgm:prSet presAssocID="{6EE89B4E-BAED-4A90-B29D-70AF11256801}" presName="aSpace2" presStyleCnt="0"/>
      <dgm:spPr/>
    </dgm:pt>
    <dgm:pt modelId="{DE2AB3EA-E65F-43DD-A4D6-E9ABF01B1580}" type="pres">
      <dgm:prSet presAssocID="{4EA3F7C2-8BCE-45BE-A919-CBBB33285BD0}" presName="childNode" presStyleLbl="node1" presStyleIdx="5" presStyleCnt="9">
        <dgm:presLayoutVars>
          <dgm:bulletEnabled val="1"/>
        </dgm:presLayoutVars>
      </dgm:prSet>
      <dgm:spPr/>
    </dgm:pt>
    <dgm:pt modelId="{C61FBD31-E061-4BD9-BE8B-76561EE3B426}" type="pres">
      <dgm:prSet presAssocID="{DA5DFAD8-E443-4F53-9341-A0903BBBD378}" presName="aSpace" presStyleCnt="0"/>
      <dgm:spPr/>
    </dgm:pt>
    <dgm:pt modelId="{FD8A44D5-1C0D-4798-8FD4-5C5FE4331B40}" type="pres">
      <dgm:prSet presAssocID="{2C947734-3FA8-42A5-8F41-487469672B24}" presName="compNode" presStyleCnt="0"/>
      <dgm:spPr/>
    </dgm:pt>
    <dgm:pt modelId="{91C30EAD-C19B-4ED2-8130-BD6EB6925513}" type="pres">
      <dgm:prSet presAssocID="{2C947734-3FA8-42A5-8F41-487469672B24}" presName="aNode" presStyleLbl="bgShp" presStyleIdx="3" presStyleCnt="4"/>
      <dgm:spPr/>
    </dgm:pt>
    <dgm:pt modelId="{4D39BA6C-F821-483B-896A-360548F6C12B}" type="pres">
      <dgm:prSet presAssocID="{2C947734-3FA8-42A5-8F41-487469672B24}" presName="textNode" presStyleLbl="bgShp" presStyleIdx="3" presStyleCnt="4"/>
      <dgm:spPr/>
    </dgm:pt>
    <dgm:pt modelId="{731C0033-6227-4E21-9D5A-EB0F558DFA89}" type="pres">
      <dgm:prSet presAssocID="{2C947734-3FA8-42A5-8F41-487469672B24}" presName="compChildNode" presStyleCnt="0"/>
      <dgm:spPr/>
    </dgm:pt>
    <dgm:pt modelId="{637BF4C5-EA58-4CDB-A908-5CD1BA3931EE}" type="pres">
      <dgm:prSet presAssocID="{2C947734-3FA8-42A5-8F41-487469672B24}" presName="theInnerList" presStyleCnt="0"/>
      <dgm:spPr/>
    </dgm:pt>
    <dgm:pt modelId="{48858035-A8A6-4BFD-A7FF-F0F4F6DB820B}" type="pres">
      <dgm:prSet presAssocID="{AFA67A45-0175-4AAA-BB15-10FF323EFA57}" presName="childNode" presStyleLbl="node1" presStyleIdx="6" presStyleCnt="9">
        <dgm:presLayoutVars>
          <dgm:bulletEnabled val="1"/>
        </dgm:presLayoutVars>
      </dgm:prSet>
      <dgm:spPr/>
    </dgm:pt>
    <dgm:pt modelId="{6AC6922A-8633-4C62-B09C-8B712A2EC1F3}" type="pres">
      <dgm:prSet presAssocID="{AFA67A45-0175-4AAA-BB15-10FF323EFA57}" presName="aSpace2" presStyleCnt="0"/>
      <dgm:spPr/>
    </dgm:pt>
    <dgm:pt modelId="{AF55D8F2-33D6-44EE-ABDD-023C65B78E09}" type="pres">
      <dgm:prSet presAssocID="{E58B5D36-067A-473C-8DEB-5FE2A9764529}" presName="childNode" presStyleLbl="node1" presStyleIdx="7" presStyleCnt="9">
        <dgm:presLayoutVars>
          <dgm:bulletEnabled val="1"/>
        </dgm:presLayoutVars>
      </dgm:prSet>
      <dgm:spPr/>
    </dgm:pt>
    <dgm:pt modelId="{3C804808-A199-4F1B-BC42-E4F670A11EF1}" type="pres">
      <dgm:prSet presAssocID="{E58B5D36-067A-473C-8DEB-5FE2A9764529}" presName="aSpace2" presStyleCnt="0"/>
      <dgm:spPr/>
    </dgm:pt>
    <dgm:pt modelId="{A939ECA1-55B5-469C-9240-A9C2E7C93D9E}" type="pres">
      <dgm:prSet presAssocID="{5AAF05E3-2C78-4ACA-A657-1E3C326E90A1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72BE041C-878F-4741-B239-4FF48AEF3CAA}" type="presOf" srcId="{DA5DFAD8-E443-4F53-9341-A0903BBBD378}" destId="{9005AA13-FF6D-495D-8FC2-0C6F807100BA}" srcOrd="1" destOrd="0" presId="urn:microsoft.com/office/officeart/2005/8/layout/lProcess2"/>
    <dgm:cxn modelId="{5A9C6421-B536-4E64-B1B9-6F05C77F09F9}" type="presOf" srcId="{611C3B18-07F8-4A66-9682-97E24AEF6014}" destId="{0FA4BAF8-1BFF-4F4C-A306-8728F8D2498B}" srcOrd="0" destOrd="0" presId="urn:microsoft.com/office/officeart/2005/8/layout/lProcess2"/>
    <dgm:cxn modelId="{7B851F25-5821-4A7C-9A8F-7631A83AAFBB}" type="presOf" srcId="{AFA67A45-0175-4AAA-BB15-10FF323EFA57}" destId="{48858035-A8A6-4BFD-A7FF-F0F4F6DB820B}" srcOrd="0" destOrd="0" presId="urn:microsoft.com/office/officeart/2005/8/layout/lProcess2"/>
    <dgm:cxn modelId="{78375428-295A-43BB-9E14-F969C99F22F1}" srcId="{2C947734-3FA8-42A5-8F41-487469672B24}" destId="{AFA67A45-0175-4AAA-BB15-10FF323EFA57}" srcOrd="0" destOrd="0" parTransId="{14B84E91-B8A6-43A3-A25F-F4F12DA3B780}" sibTransId="{E64A7A6B-39FB-4551-8077-CBE1AFD7EDA9}"/>
    <dgm:cxn modelId="{E785B928-0A23-43BA-9D0D-4355335BED79}" srcId="{ABA77F75-8642-4931-8D7E-BE6C6DB9940D}" destId="{A84AA4D5-2E69-4308-B848-AF7C866DBA37}" srcOrd="1" destOrd="0" parTransId="{5AA60D0F-7C99-4FA0-90CA-9CD92DBEF3B7}" sibTransId="{195A1AC7-FDFE-47D0-B6D9-46AB9BA4736B}"/>
    <dgm:cxn modelId="{878DD029-8919-46F5-A80C-2BF5A80D5F45}" type="presOf" srcId="{ABA77F75-8642-4931-8D7E-BE6C6DB9940D}" destId="{6E9EA2A1-1DAE-4BF0-ABE4-CDDE785AA84D}" srcOrd="1" destOrd="0" presId="urn:microsoft.com/office/officeart/2005/8/layout/lProcess2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ECB90047-3B53-478C-9416-9DC90977E426}" type="presOf" srcId="{2C947734-3FA8-42A5-8F41-487469672B24}" destId="{91C30EAD-C19B-4ED2-8130-BD6EB6925513}" srcOrd="0" destOrd="0" presId="urn:microsoft.com/office/officeart/2005/8/layout/lProcess2"/>
    <dgm:cxn modelId="{67B31B69-3672-4BFF-8CD7-AE976E74664D}" type="presOf" srcId="{5AAF05E3-2C78-4ACA-A657-1E3C326E90A1}" destId="{A939ECA1-55B5-469C-9240-A9C2E7C93D9E}" srcOrd="0" destOrd="0" presId="urn:microsoft.com/office/officeart/2005/8/layout/lProcess2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45506E71-348A-4054-96A2-015231D108C3}" type="presOf" srcId="{4EA3F7C2-8BCE-45BE-A919-CBBB33285BD0}" destId="{DE2AB3EA-E65F-43DD-A4D6-E9ABF01B1580}" srcOrd="0" destOrd="0" presId="urn:microsoft.com/office/officeart/2005/8/layout/lProcess2"/>
    <dgm:cxn modelId="{496CC152-66F4-4FEB-99ED-C8BD1F8A40F9}" srcId="{DA5DFAD8-E443-4F53-9341-A0903BBBD378}" destId="{4EA3F7C2-8BCE-45BE-A919-CBBB33285BD0}" srcOrd="1" destOrd="0" parTransId="{E5A5DB8F-AE1A-4DCD-9400-C8317BA7D81B}" sibTransId="{BC932F0D-8B77-458E-AF60-BC2FDCBE0C75}"/>
    <dgm:cxn modelId="{6303DA7A-1EA4-4B45-B307-B84AF368549D}" srcId="{CF9FC193-7A05-4631-B681-B56EAB543D38}" destId="{2C947734-3FA8-42A5-8F41-487469672B24}" srcOrd="3" destOrd="0" parTransId="{51EA72D2-FC35-4B7D-8C3F-B249711C082D}" sibTransId="{AF84E568-5751-4A63-A03B-8473100ACECA}"/>
    <dgm:cxn modelId="{CC669980-329E-476A-86B8-7702ABFEE154}" type="presOf" srcId="{6857B86A-DEC1-407C-A1BB-5BF9ACCBCA6A}" destId="{0E29FA8D-3A5C-4302-910F-EE34C8F3861F}" srcOrd="0" destOrd="0" presId="urn:microsoft.com/office/officeart/2005/8/layout/lProcess2"/>
    <dgm:cxn modelId="{19D98E82-85DF-46E4-8AA7-492E6813BDA5}" type="presOf" srcId="{4C8BFA56-3F75-4CAD-90A3-2F214D699322}" destId="{AB9FE84D-A1D1-4F28-9388-29C2FFFC0C36}" srcOrd="0" destOrd="0" presId="urn:microsoft.com/office/officeart/2005/8/layout/lProcess2"/>
    <dgm:cxn modelId="{598818A4-60BE-45CB-8444-E3C6F928164F}" srcId="{2C947734-3FA8-42A5-8F41-487469672B24}" destId="{5AAF05E3-2C78-4ACA-A657-1E3C326E90A1}" srcOrd="2" destOrd="0" parTransId="{237616CE-B8D9-4A1D-BAFB-5BA942223915}" sibTransId="{575A2E5D-BC7E-42F2-901E-7AA68EE80DF4}"/>
    <dgm:cxn modelId="{86CFC1AA-F619-4AAC-ADC7-DC3EB208345E}" type="presOf" srcId="{A84AA4D5-2E69-4308-B848-AF7C866DBA37}" destId="{8ABFAFD4-7006-4210-9488-0293C6060193}" srcOrd="0" destOrd="0" presId="urn:microsoft.com/office/officeart/2005/8/layout/lProcess2"/>
    <dgm:cxn modelId="{A3638AAB-7B09-43D1-A096-A5832F9D0EE6}" type="presOf" srcId="{2C947734-3FA8-42A5-8F41-487469672B24}" destId="{4D39BA6C-F821-483B-896A-360548F6C12B}" srcOrd="1" destOrd="0" presId="urn:microsoft.com/office/officeart/2005/8/layout/lProcess2"/>
    <dgm:cxn modelId="{326931AE-0AF3-4060-A704-2A6E3CF6C4FE}" type="presOf" srcId="{ABA77F75-8642-4931-8D7E-BE6C6DB9940D}" destId="{09D96D78-C3F8-4F7B-ABFB-6EEA512F334E}" srcOrd="0" destOrd="0" presId="urn:microsoft.com/office/officeart/2005/8/layout/lProcess2"/>
    <dgm:cxn modelId="{4FE7AFB0-F450-47B8-B07B-EA56A87D9FC9}" type="presOf" srcId="{6857B86A-DEC1-407C-A1BB-5BF9ACCBCA6A}" destId="{44DBFBC5-99CF-44F8-846C-1876D7DFA25A}" srcOrd="1" destOrd="0" presId="urn:microsoft.com/office/officeart/2005/8/layout/lProcess2"/>
    <dgm:cxn modelId="{F270B5BD-559B-4711-AB5A-FD85478BE916}" srcId="{ABA77F75-8642-4931-8D7E-BE6C6DB9940D}" destId="{26ECA639-0A60-4D96-A34B-F5ACC75DAA0C}" srcOrd="2" destOrd="0" parTransId="{C4856BF6-9736-45B2-AF8E-AA325F8A725C}" sibTransId="{DA3F4B23-A392-40BF-A1BD-D150AE345EB0}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316C9FC5-988D-4752-8FAD-C3192B745AC9}" type="presOf" srcId="{E58B5D36-067A-473C-8DEB-5FE2A9764529}" destId="{AF55D8F2-33D6-44EE-ABDD-023C65B78E09}" srcOrd="0" destOrd="0" presId="urn:microsoft.com/office/officeart/2005/8/layout/lProcess2"/>
    <dgm:cxn modelId="{61BA74CC-A7DE-400A-ADE3-30AD03D0B3DD}" type="presOf" srcId="{CF9FC193-7A05-4631-B681-B56EAB543D38}" destId="{25C44F0C-D631-4E94-96BD-6ABDFA65F97F}" srcOrd="0" destOrd="0" presId="urn:microsoft.com/office/officeart/2005/8/layout/lProcess2"/>
    <dgm:cxn modelId="{CB5815D2-4CE6-453E-864B-AE0AC2DAB09D}" type="presOf" srcId="{DA5DFAD8-E443-4F53-9341-A0903BBBD378}" destId="{7955FE29-926D-4F79-9C35-99B2EEDDF30C}" srcOrd="0" destOrd="0" presId="urn:microsoft.com/office/officeart/2005/8/layout/lProcess2"/>
    <dgm:cxn modelId="{828B97DC-4BC6-4011-9668-AF4F0D82FF5B}" srcId="{2C947734-3FA8-42A5-8F41-487469672B24}" destId="{E58B5D36-067A-473C-8DEB-5FE2A9764529}" srcOrd="1" destOrd="0" parTransId="{8D4545FD-8223-4DB1-B851-BE00A5C28003}" sibTransId="{6E089AB6-6610-43CA-914A-31E57794425F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4EDA88DE-3EF3-435D-B3DB-89DD5333C702}" type="presOf" srcId="{6EE89B4E-BAED-4A90-B29D-70AF11256801}" destId="{656451E2-529C-4F4B-A45A-0D5542C86B38}" srcOrd="0" destOrd="0" presId="urn:microsoft.com/office/officeart/2005/8/layout/lProcess2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FD104EF7-DE92-45C5-BE56-D7D34863B576}" type="presOf" srcId="{26ECA639-0A60-4D96-A34B-F5ACC75DAA0C}" destId="{7D788715-A0AC-4224-B083-ACC6E029B1D5}" srcOrd="0" destOrd="0" presId="urn:microsoft.com/office/officeart/2005/8/layout/lProcess2"/>
    <dgm:cxn modelId="{284DD4E2-05B6-46AB-8488-2C472E6E6EE0}" type="presParOf" srcId="{25C44F0C-D631-4E94-96BD-6ABDFA65F97F}" destId="{FA2F0542-8D12-4956-9201-CECF9D64F783}" srcOrd="0" destOrd="0" presId="urn:microsoft.com/office/officeart/2005/8/layout/lProcess2"/>
    <dgm:cxn modelId="{9891811C-F141-4DBA-9A01-54ED5E722835}" type="presParOf" srcId="{FA2F0542-8D12-4956-9201-CECF9D64F783}" destId="{0E29FA8D-3A5C-4302-910F-EE34C8F3861F}" srcOrd="0" destOrd="0" presId="urn:microsoft.com/office/officeart/2005/8/layout/lProcess2"/>
    <dgm:cxn modelId="{A5C5D8F3-43CD-4995-87E6-4179380AFC19}" type="presParOf" srcId="{FA2F0542-8D12-4956-9201-CECF9D64F783}" destId="{44DBFBC5-99CF-44F8-846C-1876D7DFA25A}" srcOrd="1" destOrd="0" presId="urn:microsoft.com/office/officeart/2005/8/layout/lProcess2"/>
    <dgm:cxn modelId="{5C42FC23-5376-44A3-A9BE-948EACCDD590}" type="presParOf" srcId="{FA2F0542-8D12-4956-9201-CECF9D64F783}" destId="{8AB56158-5057-488C-A027-460834B4F933}" srcOrd="2" destOrd="0" presId="urn:microsoft.com/office/officeart/2005/8/layout/lProcess2"/>
    <dgm:cxn modelId="{DC1F8B7D-2EF5-4E20-BB05-B0B00E23CD6F}" type="presParOf" srcId="{8AB56158-5057-488C-A027-460834B4F933}" destId="{1A7E34F2-DB30-4A75-8F6B-35ECBD4D00EF}" srcOrd="0" destOrd="0" presId="urn:microsoft.com/office/officeart/2005/8/layout/lProcess2"/>
    <dgm:cxn modelId="{17A5EB0A-52EA-42CF-B74C-B745249F8E4D}" type="presParOf" srcId="{1A7E34F2-DB30-4A75-8F6B-35ECBD4D00EF}" destId="{AB9FE84D-A1D1-4F28-9388-29C2FFFC0C36}" srcOrd="0" destOrd="0" presId="urn:microsoft.com/office/officeart/2005/8/layout/lProcess2"/>
    <dgm:cxn modelId="{E46F17BF-6F50-4913-8250-DFB4F180939D}" type="presParOf" srcId="{25C44F0C-D631-4E94-96BD-6ABDFA65F97F}" destId="{CF968580-4B57-45BD-8C01-9BD9BB216E3D}" srcOrd="1" destOrd="0" presId="urn:microsoft.com/office/officeart/2005/8/layout/lProcess2"/>
    <dgm:cxn modelId="{320DC7A1-5849-4BEE-B496-4130E6677B82}" type="presParOf" srcId="{25C44F0C-D631-4E94-96BD-6ABDFA65F97F}" destId="{005A33E7-DFB3-437D-9E75-2ABC4817D81A}" srcOrd="2" destOrd="0" presId="urn:microsoft.com/office/officeart/2005/8/layout/lProcess2"/>
    <dgm:cxn modelId="{A542AAD5-19F3-48F3-BA0D-8EFDF32F6805}" type="presParOf" srcId="{005A33E7-DFB3-437D-9E75-2ABC4817D81A}" destId="{09D96D78-C3F8-4F7B-ABFB-6EEA512F334E}" srcOrd="0" destOrd="0" presId="urn:microsoft.com/office/officeart/2005/8/layout/lProcess2"/>
    <dgm:cxn modelId="{F875912B-BD58-46B1-BCFC-815853B1144D}" type="presParOf" srcId="{005A33E7-DFB3-437D-9E75-2ABC4817D81A}" destId="{6E9EA2A1-1DAE-4BF0-ABE4-CDDE785AA84D}" srcOrd="1" destOrd="0" presId="urn:microsoft.com/office/officeart/2005/8/layout/lProcess2"/>
    <dgm:cxn modelId="{AB143D50-5019-47B9-9324-10078C1E3812}" type="presParOf" srcId="{005A33E7-DFB3-437D-9E75-2ABC4817D81A}" destId="{18B203B5-62F3-460B-B813-2ACECFA2CFBB}" srcOrd="2" destOrd="0" presId="urn:microsoft.com/office/officeart/2005/8/layout/lProcess2"/>
    <dgm:cxn modelId="{1D298F1D-095B-4CBA-870C-04D5CE3AF56F}" type="presParOf" srcId="{18B203B5-62F3-460B-B813-2ACECFA2CFBB}" destId="{36697750-E8F5-4911-AA33-6BAC0FFBFD2C}" srcOrd="0" destOrd="0" presId="urn:microsoft.com/office/officeart/2005/8/layout/lProcess2"/>
    <dgm:cxn modelId="{2CD85DD1-62AF-42A3-9275-E0DF779FA25E}" type="presParOf" srcId="{36697750-E8F5-4911-AA33-6BAC0FFBFD2C}" destId="{0FA4BAF8-1BFF-4F4C-A306-8728F8D2498B}" srcOrd="0" destOrd="0" presId="urn:microsoft.com/office/officeart/2005/8/layout/lProcess2"/>
    <dgm:cxn modelId="{96C6B056-838E-44CB-A190-3ECF95416AA2}" type="presParOf" srcId="{36697750-E8F5-4911-AA33-6BAC0FFBFD2C}" destId="{B49FE7A9-F080-4C86-955E-445FBB0CB6C9}" srcOrd="1" destOrd="0" presId="urn:microsoft.com/office/officeart/2005/8/layout/lProcess2"/>
    <dgm:cxn modelId="{853E8C2F-CA0D-43C0-A785-3A493533DB00}" type="presParOf" srcId="{36697750-E8F5-4911-AA33-6BAC0FFBFD2C}" destId="{8ABFAFD4-7006-4210-9488-0293C6060193}" srcOrd="2" destOrd="0" presId="urn:microsoft.com/office/officeart/2005/8/layout/lProcess2"/>
    <dgm:cxn modelId="{08FFCD6C-E6C4-4BBC-A082-7D9961992693}" type="presParOf" srcId="{36697750-E8F5-4911-AA33-6BAC0FFBFD2C}" destId="{8416EFA0-AB22-4D90-9F1B-8E77F12F8591}" srcOrd="3" destOrd="0" presId="urn:microsoft.com/office/officeart/2005/8/layout/lProcess2"/>
    <dgm:cxn modelId="{6EB34A40-19AA-49D7-A823-4D15E9F21E1F}" type="presParOf" srcId="{36697750-E8F5-4911-AA33-6BAC0FFBFD2C}" destId="{7D788715-A0AC-4224-B083-ACC6E029B1D5}" srcOrd="4" destOrd="0" presId="urn:microsoft.com/office/officeart/2005/8/layout/lProcess2"/>
    <dgm:cxn modelId="{028B24BD-133A-4387-9B16-DF123784D793}" type="presParOf" srcId="{25C44F0C-D631-4E94-96BD-6ABDFA65F97F}" destId="{E3B53BF4-7C53-46AB-A3F7-7ADF4F1E65B5}" srcOrd="3" destOrd="0" presId="urn:microsoft.com/office/officeart/2005/8/layout/lProcess2"/>
    <dgm:cxn modelId="{BD1D644F-47A0-41E9-9136-AAFE1D84D12A}" type="presParOf" srcId="{25C44F0C-D631-4E94-96BD-6ABDFA65F97F}" destId="{C2867804-114E-4DB7-8888-3F30C08C31FC}" srcOrd="4" destOrd="0" presId="urn:microsoft.com/office/officeart/2005/8/layout/lProcess2"/>
    <dgm:cxn modelId="{F30F05C3-EDB8-46C1-B111-4CECEE21FBC9}" type="presParOf" srcId="{C2867804-114E-4DB7-8888-3F30C08C31FC}" destId="{7955FE29-926D-4F79-9C35-99B2EEDDF30C}" srcOrd="0" destOrd="0" presId="urn:microsoft.com/office/officeart/2005/8/layout/lProcess2"/>
    <dgm:cxn modelId="{714F4AAA-DF4D-417B-8D03-18899D68E525}" type="presParOf" srcId="{C2867804-114E-4DB7-8888-3F30C08C31FC}" destId="{9005AA13-FF6D-495D-8FC2-0C6F807100BA}" srcOrd="1" destOrd="0" presId="urn:microsoft.com/office/officeart/2005/8/layout/lProcess2"/>
    <dgm:cxn modelId="{FAFD819F-DA21-48CD-8C4D-5C1F1DDA23D2}" type="presParOf" srcId="{C2867804-114E-4DB7-8888-3F30C08C31FC}" destId="{A25E40D1-E6D7-4A22-8F17-686B54C6A02F}" srcOrd="2" destOrd="0" presId="urn:microsoft.com/office/officeart/2005/8/layout/lProcess2"/>
    <dgm:cxn modelId="{DC2AB962-E21B-4961-B4B5-7A3A63294BC2}" type="presParOf" srcId="{A25E40D1-E6D7-4A22-8F17-686B54C6A02F}" destId="{6152C004-3008-4B50-9CB0-35062922AE7D}" srcOrd="0" destOrd="0" presId="urn:microsoft.com/office/officeart/2005/8/layout/lProcess2"/>
    <dgm:cxn modelId="{0503A50E-DADA-4F82-BA3D-634E70B2E203}" type="presParOf" srcId="{6152C004-3008-4B50-9CB0-35062922AE7D}" destId="{656451E2-529C-4F4B-A45A-0D5542C86B38}" srcOrd="0" destOrd="0" presId="urn:microsoft.com/office/officeart/2005/8/layout/lProcess2"/>
    <dgm:cxn modelId="{4D2237E1-D60F-4E72-A7BD-0D8B80F52B95}" type="presParOf" srcId="{6152C004-3008-4B50-9CB0-35062922AE7D}" destId="{539B1954-4EFE-428A-B37E-060CDAB53D26}" srcOrd="1" destOrd="0" presId="urn:microsoft.com/office/officeart/2005/8/layout/lProcess2"/>
    <dgm:cxn modelId="{254E7C09-3DE8-483C-AFBD-8C7D52BE9905}" type="presParOf" srcId="{6152C004-3008-4B50-9CB0-35062922AE7D}" destId="{DE2AB3EA-E65F-43DD-A4D6-E9ABF01B1580}" srcOrd="2" destOrd="0" presId="urn:microsoft.com/office/officeart/2005/8/layout/lProcess2"/>
    <dgm:cxn modelId="{0A5E1007-98B6-4871-9984-CF4D62E814A7}" type="presParOf" srcId="{25C44F0C-D631-4E94-96BD-6ABDFA65F97F}" destId="{C61FBD31-E061-4BD9-BE8B-76561EE3B426}" srcOrd="5" destOrd="0" presId="urn:microsoft.com/office/officeart/2005/8/layout/lProcess2"/>
    <dgm:cxn modelId="{68ED4A81-33BA-4B4B-BC8F-8731D5CB39B8}" type="presParOf" srcId="{25C44F0C-D631-4E94-96BD-6ABDFA65F97F}" destId="{FD8A44D5-1C0D-4798-8FD4-5C5FE4331B40}" srcOrd="6" destOrd="0" presId="urn:microsoft.com/office/officeart/2005/8/layout/lProcess2"/>
    <dgm:cxn modelId="{98F50F7B-7C56-4A84-97C1-51EC88FAE3B7}" type="presParOf" srcId="{FD8A44D5-1C0D-4798-8FD4-5C5FE4331B40}" destId="{91C30EAD-C19B-4ED2-8130-BD6EB6925513}" srcOrd="0" destOrd="0" presId="urn:microsoft.com/office/officeart/2005/8/layout/lProcess2"/>
    <dgm:cxn modelId="{20BDF830-60C5-4058-AF84-750F3763B311}" type="presParOf" srcId="{FD8A44D5-1C0D-4798-8FD4-5C5FE4331B40}" destId="{4D39BA6C-F821-483B-896A-360548F6C12B}" srcOrd="1" destOrd="0" presId="urn:microsoft.com/office/officeart/2005/8/layout/lProcess2"/>
    <dgm:cxn modelId="{4575BD18-074C-46F1-A00E-64816F0FB494}" type="presParOf" srcId="{FD8A44D5-1C0D-4798-8FD4-5C5FE4331B40}" destId="{731C0033-6227-4E21-9D5A-EB0F558DFA89}" srcOrd="2" destOrd="0" presId="urn:microsoft.com/office/officeart/2005/8/layout/lProcess2"/>
    <dgm:cxn modelId="{4850DB4A-069D-4CD4-BFC4-170A67A51679}" type="presParOf" srcId="{731C0033-6227-4E21-9D5A-EB0F558DFA89}" destId="{637BF4C5-EA58-4CDB-A908-5CD1BA3931EE}" srcOrd="0" destOrd="0" presId="urn:microsoft.com/office/officeart/2005/8/layout/lProcess2"/>
    <dgm:cxn modelId="{4CEC605A-7736-482D-9BF5-984CBE1B1E97}" type="presParOf" srcId="{637BF4C5-EA58-4CDB-A908-5CD1BA3931EE}" destId="{48858035-A8A6-4BFD-A7FF-F0F4F6DB820B}" srcOrd="0" destOrd="0" presId="urn:microsoft.com/office/officeart/2005/8/layout/lProcess2"/>
    <dgm:cxn modelId="{49927F20-1B61-4329-A366-5BF179A20BAA}" type="presParOf" srcId="{637BF4C5-EA58-4CDB-A908-5CD1BA3931EE}" destId="{6AC6922A-8633-4C62-B09C-8B712A2EC1F3}" srcOrd="1" destOrd="0" presId="urn:microsoft.com/office/officeart/2005/8/layout/lProcess2"/>
    <dgm:cxn modelId="{DE10BE50-2FD2-457B-8A7D-6C31C2259FDA}" type="presParOf" srcId="{637BF4C5-EA58-4CDB-A908-5CD1BA3931EE}" destId="{AF55D8F2-33D6-44EE-ABDD-023C65B78E09}" srcOrd="2" destOrd="0" presId="urn:microsoft.com/office/officeart/2005/8/layout/lProcess2"/>
    <dgm:cxn modelId="{DD10E662-FDEC-4FBC-B9A2-7C523A42CEDD}" type="presParOf" srcId="{637BF4C5-EA58-4CDB-A908-5CD1BA3931EE}" destId="{3C804808-A199-4F1B-BC42-E4F670A11EF1}" srcOrd="3" destOrd="0" presId="urn:microsoft.com/office/officeart/2005/8/layout/lProcess2"/>
    <dgm:cxn modelId="{9743536E-CD00-455A-95BC-1882ACFBC710}" type="presParOf" srcId="{637BF4C5-EA58-4CDB-A908-5CD1BA3931EE}" destId="{A939ECA1-55B5-469C-9240-A9C2E7C93D9E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8/layout/TitledPictureBlocks" loCatId="pictur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pPr>
            <a:buNone/>
          </a:pP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1167.97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89A352C3-1869-4387-8EA7-E66C9A228640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908.23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43D3FB-CAA5-4164-807C-09FEC92457E5}" type="sibTrans" cxnId="{CCD9C967-5D29-4F35-80EA-7F215FC17437}">
      <dgm:prSet/>
      <dgm:spPr/>
      <dgm:t>
        <a:bodyPr/>
        <a:lstStyle/>
        <a:p>
          <a:endParaRPr lang="en-US"/>
        </a:p>
      </dgm:t>
    </dgm:pt>
    <dgm:pt modelId="{0C309FCA-CE0E-40AC-8831-0EC43F67B19F}" type="parTrans" cxnId="{CCD9C967-5D29-4F35-80EA-7F215FC17437}">
      <dgm:prSet/>
      <dgm:spPr/>
      <dgm:t>
        <a:bodyPr/>
        <a:lstStyle/>
        <a:p>
          <a:endParaRPr lang="en-US"/>
        </a:p>
      </dgm:t>
    </dgm:pt>
    <dgm:pt modelId="{88F0DFA4-E5F5-4127-808C-8605D753212E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0.900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3E73C1-052B-4A96-A6E7-5D6C833B8707}" type="sibTrans" cxnId="{E812B357-3F99-411B-8EAA-815E41F53F17}">
      <dgm:prSet/>
      <dgm:spPr/>
      <dgm:t>
        <a:bodyPr/>
        <a:lstStyle/>
        <a:p>
          <a:endParaRPr lang="en-US"/>
        </a:p>
      </dgm:t>
    </dgm:pt>
    <dgm:pt modelId="{6C40EF29-1588-4020-A184-465C24E5CDC0}" type="parTrans" cxnId="{E812B357-3F99-411B-8EAA-815E41F53F17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1409.78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>
            <a:buNone/>
          </a:pP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3686.85</a:t>
          </a:r>
          <a:endParaRPr lang="en-US" sz="18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7DCC284F-583F-4084-AD3F-6D90D5855F1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1024.64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726549-B871-4AA9-BFD3-429FDB386F9F}" type="parTrans" cxnId="{3FBA8378-512A-4B7A-B9BD-7EB0D2F776A0}">
      <dgm:prSet/>
      <dgm:spPr/>
      <dgm:t>
        <a:bodyPr/>
        <a:lstStyle/>
        <a:p>
          <a:endParaRPr lang="en-US"/>
        </a:p>
      </dgm:t>
    </dgm:pt>
    <dgm:pt modelId="{E362CE5B-49D1-44AB-8D97-D674874FB868}" type="sibTrans" cxnId="{3FBA8378-512A-4B7A-B9BD-7EB0D2F776A0}">
      <dgm:prSet/>
      <dgm:spPr/>
      <dgm:t>
        <a:bodyPr/>
        <a:lstStyle/>
        <a:p>
          <a:endParaRPr lang="en-US"/>
        </a:p>
      </dgm:t>
    </dgm:pt>
    <dgm:pt modelId="{15D7339A-3164-4FB4-AEC5-775F34A6A2E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0.854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2FD39E-8D9F-4665-A12F-0F4CC1038B36}" type="parTrans" cxnId="{6A5FF382-848B-4A86-B60E-F61D9ACB08BD}">
      <dgm:prSet/>
      <dgm:spPr/>
      <dgm:t>
        <a:bodyPr/>
        <a:lstStyle/>
        <a:p>
          <a:endParaRPr lang="en-US"/>
        </a:p>
      </dgm:t>
    </dgm:pt>
    <dgm:pt modelId="{D7862089-A251-4D31-8186-ABC4545FC895}" type="sibTrans" cxnId="{6A5FF382-848B-4A86-B60E-F61D9ACB08BD}">
      <dgm:prSet/>
      <dgm:spPr/>
      <dgm:t>
        <a:bodyPr/>
        <a:lstStyle/>
        <a:p>
          <a:endParaRPr lang="en-US"/>
        </a:p>
      </dgm:t>
    </dgm:pt>
    <dgm:pt modelId="{DA14679A-2F74-4092-8F0E-0E8033B1615E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2563.66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F3AA2E-5ACB-4314-B704-37FF8EF6D9A6}" type="parTrans" cxnId="{E6DCCA48-30BE-4CC1-9A30-38089FEBF31E}">
      <dgm:prSet/>
      <dgm:spPr/>
      <dgm:t>
        <a:bodyPr/>
        <a:lstStyle/>
        <a:p>
          <a:endParaRPr lang="en-US"/>
        </a:p>
      </dgm:t>
    </dgm:pt>
    <dgm:pt modelId="{C2FAF414-54AE-4A32-BE4F-725FF8AD313B}" type="sibTrans" cxnId="{E6DCCA48-30BE-4CC1-9A30-38089FEBF31E}">
      <dgm:prSet/>
      <dgm:spPr/>
      <dgm:t>
        <a:bodyPr/>
        <a:lstStyle/>
        <a:p>
          <a:endParaRPr lang="en-US"/>
        </a:p>
      </dgm:t>
    </dgm:pt>
    <dgm:pt modelId="{EF24326E-93B3-48D8-9647-197E4784A84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Unstable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4B8CC-BC9D-40FF-8A19-046AEC250C1D}" type="parTrans" cxnId="{190DA1FF-FB50-4E25-8B5F-CA51212D274E}">
      <dgm:prSet/>
      <dgm:spPr/>
      <dgm:t>
        <a:bodyPr/>
        <a:lstStyle/>
        <a:p>
          <a:endParaRPr lang="en-US"/>
        </a:p>
      </dgm:t>
    </dgm:pt>
    <dgm:pt modelId="{F26BA0DE-D816-47A1-8F6C-FCDF543ADE97}" type="sibTrans" cxnId="{190DA1FF-FB50-4E25-8B5F-CA51212D274E}">
      <dgm:prSet/>
      <dgm:spPr/>
      <dgm:t>
        <a:bodyPr/>
        <a:lstStyle/>
        <a:p>
          <a:endParaRPr lang="en-US"/>
        </a:p>
      </dgm:t>
    </dgm:pt>
    <dgm:pt modelId="{A73728BC-2220-44FB-BED8-499AC9C50E67}" type="pres">
      <dgm:prSet presAssocID="{CF9FC193-7A05-4631-B681-B56EAB543D38}" presName="rootNode" presStyleCnt="0">
        <dgm:presLayoutVars>
          <dgm:chMax/>
          <dgm:chPref/>
          <dgm:dir/>
          <dgm:animLvl val="lvl"/>
        </dgm:presLayoutVars>
      </dgm:prSet>
      <dgm:spPr/>
    </dgm:pt>
    <dgm:pt modelId="{9903B023-C02F-418E-BF38-66CE1C949410}" type="pres">
      <dgm:prSet presAssocID="{6857B86A-DEC1-407C-A1BB-5BF9ACCBCA6A}" presName="composite" presStyleCnt="0"/>
      <dgm:spPr/>
    </dgm:pt>
    <dgm:pt modelId="{4E3367DB-4D12-411C-9B8C-C80763CCB893}" type="pres">
      <dgm:prSet presAssocID="{6857B86A-DEC1-407C-A1BB-5BF9ACCBCA6A}" presName="ParentText" presStyleLbl="node1" presStyleIdx="0" presStyleCnt="3" custScaleX="740024" custScaleY="740024" custLinFactY="-1300000" custLinFactNeighborX="-82" custLinFactNeighborY="-1351750">
        <dgm:presLayoutVars>
          <dgm:chMax val="1"/>
          <dgm:chPref val="1"/>
          <dgm:bulletEnabled val="1"/>
        </dgm:presLayoutVars>
      </dgm:prSet>
      <dgm:spPr>
        <a:prstGeom prst="roundRect">
          <a:avLst/>
        </a:prstGeom>
      </dgm:spPr>
    </dgm:pt>
    <dgm:pt modelId="{79677265-BF55-4EC8-B60F-6CE5DDF34853}" type="pres">
      <dgm:prSet presAssocID="{6857B86A-DEC1-407C-A1BB-5BF9ACCBCA6A}" presName="Image" presStyleLbl="bgImgPlace1" presStyleIdx="0" presStyleCnt="3" custScaleX="814026" custScaleY="814026" custLinFactNeighborX="11423" custLinFactNeighborY="-3504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22" r="-98"/>
          </a:stretch>
        </a:blipFill>
      </dgm:spPr>
    </dgm:pt>
    <dgm:pt modelId="{F597D8F8-F38C-41A6-A697-2BDE37A30406}" type="pres">
      <dgm:prSet presAssocID="{6857B86A-DEC1-407C-A1BB-5BF9ACCBCA6A}" presName="ChildText" presStyleLbl="fgAcc1" presStyleIdx="0" presStyleCnt="3" custScaleX="1457969" custScaleY="471302" custLinFactX="-14871" custLinFactY="400000" custLinFactNeighborX="-100000" custLinFactNeighborY="458147">
        <dgm:presLayoutVars>
          <dgm:chMax val="0"/>
          <dgm:chPref val="0"/>
          <dgm:bulletEnabled val="1"/>
        </dgm:presLayoutVars>
      </dgm:prSet>
      <dgm:spPr/>
    </dgm:pt>
    <dgm:pt modelId="{77B49206-4FA8-45DA-8418-49E4842B4326}" type="pres">
      <dgm:prSet presAssocID="{F087F24E-A7D7-4DCE-B2A7-9B941289621A}" presName="sibTrans" presStyleCnt="0"/>
      <dgm:spPr/>
    </dgm:pt>
    <dgm:pt modelId="{CC1E525A-06A9-45A3-A5C7-F6DEEC865CAD}" type="pres">
      <dgm:prSet presAssocID="{ABA77F75-8642-4931-8D7E-BE6C6DB9940D}" presName="composite" presStyleCnt="0"/>
      <dgm:spPr/>
    </dgm:pt>
    <dgm:pt modelId="{BA441A42-1F13-4564-8E65-BAC3EB3DA189}" type="pres">
      <dgm:prSet presAssocID="{ABA77F75-8642-4931-8D7E-BE6C6DB9940D}" presName="ParentText" presStyleLbl="node1" presStyleIdx="1" presStyleCnt="3" custScaleX="740024" custScaleY="740024" custLinFactY="-1300000" custLinFactNeighborX="1358" custLinFactNeighborY="-1354100">
        <dgm:presLayoutVars>
          <dgm:chMax val="1"/>
          <dgm:chPref val="1"/>
          <dgm:bulletEnabled val="1"/>
        </dgm:presLayoutVars>
      </dgm:prSet>
      <dgm:spPr>
        <a:prstGeom prst="roundRect">
          <a:avLst/>
        </a:prstGeom>
      </dgm:spPr>
    </dgm:pt>
    <dgm:pt modelId="{6B184077-7D16-4A11-93AA-397F0A78FE81}" type="pres">
      <dgm:prSet presAssocID="{ABA77F75-8642-4931-8D7E-BE6C6DB9940D}" presName="Image" presStyleLbl="bgImgPlace1" presStyleIdx="1" presStyleCnt="3" custScaleX="814026" custScaleY="814026" custLinFactNeighborX="3663" custLinFactNeighborY="-35671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14" t="-2930" r="-2902"/>
          </a:stretch>
        </a:blipFill>
      </dgm:spPr>
    </dgm:pt>
    <dgm:pt modelId="{6005DDA3-A949-434D-9A10-E589D10BB842}" type="pres">
      <dgm:prSet presAssocID="{ABA77F75-8642-4931-8D7E-BE6C6DB9940D}" presName="ChildText" presStyleLbl="fgAcc1" presStyleIdx="1" presStyleCnt="3" custScaleX="1473412" custScaleY="469572" custLinFactX="-20515" custLinFactY="400000" custLinFactNeighborX="-100000" custLinFactNeighborY="451398">
        <dgm:presLayoutVars>
          <dgm:chMax val="0"/>
          <dgm:chPref val="0"/>
          <dgm:bulletEnabled val="1"/>
        </dgm:presLayoutVars>
      </dgm:prSet>
      <dgm:spPr/>
    </dgm:pt>
    <dgm:pt modelId="{24FD6F78-62FF-4E3A-9797-722B6B67EDD1}" type="pres">
      <dgm:prSet presAssocID="{1A095211-ADB0-42CA-9F24-F1BC942872F3}" presName="sibTrans" presStyleCnt="0"/>
      <dgm:spPr/>
    </dgm:pt>
    <dgm:pt modelId="{8614FBAD-674A-4992-9763-C88F1DAAB9B5}" type="pres">
      <dgm:prSet presAssocID="{DA5DFAD8-E443-4F53-9341-A0903BBBD378}" presName="composite" presStyleCnt="0"/>
      <dgm:spPr/>
    </dgm:pt>
    <dgm:pt modelId="{58A44C85-506E-4CF8-809B-D2FD783FC492}" type="pres">
      <dgm:prSet presAssocID="{DA5DFAD8-E443-4F53-9341-A0903BBBD378}" presName="ParentText" presStyleLbl="node1" presStyleIdx="2" presStyleCnt="3" custScaleX="740024" custScaleY="740024" custLinFactY="-1300000" custLinFactNeighborY="-1354095">
        <dgm:presLayoutVars>
          <dgm:chMax val="1"/>
          <dgm:chPref val="1"/>
          <dgm:bulletEnabled val="1"/>
        </dgm:presLayoutVars>
      </dgm:prSet>
      <dgm:spPr>
        <a:prstGeom prst="roundRect">
          <a:avLst/>
        </a:prstGeom>
      </dgm:spPr>
    </dgm:pt>
    <dgm:pt modelId="{E0F7D67B-74BE-4839-AB34-072AD2AB563C}" type="pres">
      <dgm:prSet presAssocID="{DA5DFAD8-E443-4F53-9341-A0903BBBD378}" presName="Image" presStyleLbl="bgImgPlace1" presStyleIdx="2" presStyleCnt="3" custScaleX="814026" custScaleY="814026" custLinFactNeighborX="-9220" custLinFactNeighborY="-35669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02" r="228"/>
          </a:stretch>
        </a:blipFill>
      </dgm:spPr>
    </dgm:pt>
    <dgm:pt modelId="{77FE636E-1EF4-4902-8509-0231CCD86B6A}" type="pres">
      <dgm:prSet presAssocID="{DA5DFAD8-E443-4F53-9341-A0903BBBD378}" presName="ChildText" presStyleLbl="fgAcc1" presStyleIdx="2" presStyleCnt="3" custScaleX="1431616" custScaleY="473776" custLinFactX="-12056" custLinFactY="400000" custLinFactNeighborX="-100000" custLinFactNeighborY="460759">
        <dgm:presLayoutVars>
          <dgm:chMax val="0"/>
          <dgm:chPref val="0"/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22327313-0A7C-40D6-92D6-D09D6FA4DBFC}" type="presOf" srcId="{15D7339A-3164-4FB4-AEC5-775F34A6A2E2}" destId="{6005DDA3-A949-434D-9A10-E589D10BB842}" srcOrd="0" destOrd="2" presId="urn:microsoft.com/office/officeart/2008/layout/TitledPictureBlocks"/>
    <dgm:cxn modelId="{E8CF703F-8F9E-4B90-BDFA-EABD2313884B}" type="presOf" srcId="{DA5DFAD8-E443-4F53-9341-A0903BBBD378}" destId="{58A44C85-506E-4CF8-809B-D2FD783FC492}" srcOrd="0" destOrd="0" presId="urn:microsoft.com/office/officeart/2008/layout/TitledPictureBlocks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CCD9C967-5D29-4F35-80EA-7F215FC17437}" srcId="{6857B86A-DEC1-407C-A1BB-5BF9ACCBCA6A}" destId="{89A352C3-1869-4387-8EA7-E66C9A228640}" srcOrd="1" destOrd="0" parTransId="{0C309FCA-CE0E-40AC-8831-0EC43F67B19F}" sibTransId="{6B43D3FB-CAA5-4164-807C-09FEC92457E5}"/>
    <dgm:cxn modelId="{E6DCCA48-30BE-4CC1-9A30-38089FEBF31E}" srcId="{DA5DFAD8-E443-4F53-9341-A0903BBBD378}" destId="{DA14679A-2F74-4092-8F0E-0E8033B1615E}" srcOrd="1" destOrd="0" parTransId="{BCF3AA2E-5ACB-4314-B704-37FF8EF6D9A6}" sibTransId="{C2FAF414-54AE-4A32-BE4F-725FF8AD313B}"/>
    <dgm:cxn modelId="{2ED3B76A-DC91-4963-940B-CC22B8CA153C}" type="presOf" srcId="{6EE89B4E-BAED-4A90-B29D-70AF11256801}" destId="{77FE636E-1EF4-4902-8509-0231CCD86B6A}" srcOrd="0" destOrd="0" presId="urn:microsoft.com/office/officeart/2008/layout/TitledPictureBlocks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E695D84D-55DA-47C0-9A47-95F7E2747513}" type="presOf" srcId="{CF9FC193-7A05-4631-B681-B56EAB543D38}" destId="{A73728BC-2220-44FB-BED8-499AC9C50E67}" srcOrd="0" destOrd="0" presId="urn:microsoft.com/office/officeart/2008/layout/TitledPictureBlocks"/>
    <dgm:cxn modelId="{4F8CDC51-A47E-404A-AE64-0A9CAB58D8E0}" type="presOf" srcId="{89A352C3-1869-4387-8EA7-E66C9A228640}" destId="{F597D8F8-F38C-41A6-A697-2BDE37A30406}" srcOrd="0" destOrd="1" presId="urn:microsoft.com/office/officeart/2008/layout/TitledPictureBlocks"/>
    <dgm:cxn modelId="{C2587356-FEB8-4507-B1AB-8705D5CBC04C}" type="presOf" srcId="{4C8BFA56-3F75-4CAD-90A3-2F214D699322}" destId="{F597D8F8-F38C-41A6-A697-2BDE37A30406}" srcOrd="0" destOrd="0" presId="urn:microsoft.com/office/officeart/2008/layout/TitledPictureBlocks"/>
    <dgm:cxn modelId="{E812B357-3F99-411B-8EAA-815E41F53F17}" srcId="{6857B86A-DEC1-407C-A1BB-5BF9ACCBCA6A}" destId="{88F0DFA4-E5F5-4127-808C-8605D753212E}" srcOrd="2" destOrd="0" parTransId="{6C40EF29-1588-4020-A184-465C24E5CDC0}" sibTransId="{203E73C1-052B-4A96-A6E7-5D6C833B8707}"/>
    <dgm:cxn modelId="{3FBA8378-512A-4B7A-B9BD-7EB0D2F776A0}" srcId="{ABA77F75-8642-4931-8D7E-BE6C6DB9940D}" destId="{7DCC284F-583F-4084-AD3F-6D90D5855F13}" srcOrd="1" destOrd="0" parTransId="{50726549-B871-4AA9-BFD3-429FDB386F9F}" sibTransId="{E362CE5B-49D1-44AB-8D97-D674874FB868}"/>
    <dgm:cxn modelId="{615FB379-94C8-422A-B9F6-2D6D3380B253}" type="presOf" srcId="{6857B86A-DEC1-407C-A1BB-5BF9ACCBCA6A}" destId="{4E3367DB-4D12-411C-9B8C-C80763CCB893}" srcOrd="0" destOrd="0" presId="urn:microsoft.com/office/officeart/2008/layout/TitledPictureBlocks"/>
    <dgm:cxn modelId="{948BF97D-3A2B-426E-B3F4-F26666EF27F1}" type="presOf" srcId="{EF24326E-93B3-48D8-9647-197E4784A847}" destId="{77FE636E-1EF4-4902-8509-0231CCD86B6A}" srcOrd="0" destOrd="2" presId="urn:microsoft.com/office/officeart/2008/layout/TitledPictureBlocks"/>
    <dgm:cxn modelId="{6A5FF382-848B-4A86-B60E-F61D9ACB08BD}" srcId="{ABA77F75-8642-4931-8D7E-BE6C6DB9940D}" destId="{15D7339A-3164-4FB4-AEC5-775F34A6A2E2}" srcOrd="2" destOrd="0" parTransId="{8C2FD39E-8D9F-4665-A12F-0F4CC1038B36}" sibTransId="{D7862089-A251-4D31-8186-ABC4545FC895}"/>
    <dgm:cxn modelId="{53BCE48A-CDC7-420B-B904-10857834FEED}" type="presOf" srcId="{7DCC284F-583F-4084-AD3F-6D90D5855F13}" destId="{6005DDA3-A949-434D-9A10-E589D10BB842}" srcOrd="0" destOrd="1" presId="urn:microsoft.com/office/officeart/2008/layout/TitledPictureBlocks"/>
    <dgm:cxn modelId="{BA13FCB6-2D5D-4351-B96E-299B669AE1E6}" type="presOf" srcId="{DA14679A-2F74-4092-8F0E-0E8033B1615E}" destId="{77FE636E-1EF4-4902-8509-0231CCD86B6A}" srcOrd="0" destOrd="1" presId="urn:microsoft.com/office/officeart/2008/layout/TitledPictureBlocks"/>
    <dgm:cxn modelId="{CD78E4BC-EE73-456E-B044-5D7BD0098411}" type="presOf" srcId="{88F0DFA4-E5F5-4127-808C-8605D753212E}" destId="{F597D8F8-F38C-41A6-A697-2BDE37A30406}" srcOrd="0" destOrd="2" presId="urn:microsoft.com/office/officeart/2008/layout/TitledPictureBlocks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0748ADDA-E0A1-4B90-863B-B1E2909F57C1}" type="presOf" srcId="{611C3B18-07F8-4A66-9682-97E24AEF6014}" destId="{6005DDA3-A949-434D-9A10-E589D10BB842}" srcOrd="0" destOrd="0" presId="urn:microsoft.com/office/officeart/2008/layout/TitledPictureBlocks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6F9D2DEB-9336-499D-B8E3-E115E124AA6D}" type="presOf" srcId="{ABA77F75-8642-4931-8D7E-BE6C6DB9940D}" destId="{BA441A42-1F13-4564-8E65-BAC3EB3DA189}" srcOrd="0" destOrd="0" presId="urn:microsoft.com/office/officeart/2008/layout/TitledPictureBlocks"/>
    <dgm:cxn modelId="{190DA1FF-FB50-4E25-8B5F-CA51212D274E}" srcId="{DA5DFAD8-E443-4F53-9341-A0903BBBD378}" destId="{EF24326E-93B3-48D8-9647-197E4784A847}" srcOrd="2" destOrd="0" parTransId="{6934B8CC-BC9D-40FF-8A19-046AEC250C1D}" sibTransId="{F26BA0DE-D816-47A1-8F6C-FCDF543ADE97}"/>
    <dgm:cxn modelId="{79B698C7-80CD-48DE-8419-805EE2C39015}" type="presParOf" srcId="{A73728BC-2220-44FB-BED8-499AC9C50E67}" destId="{9903B023-C02F-418E-BF38-66CE1C949410}" srcOrd="0" destOrd="0" presId="urn:microsoft.com/office/officeart/2008/layout/TitledPictureBlocks"/>
    <dgm:cxn modelId="{3B7A2B6A-A801-4D6E-B256-1D5DB26650C7}" type="presParOf" srcId="{9903B023-C02F-418E-BF38-66CE1C949410}" destId="{4E3367DB-4D12-411C-9B8C-C80763CCB893}" srcOrd="0" destOrd="0" presId="urn:microsoft.com/office/officeart/2008/layout/TitledPictureBlocks"/>
    <dgm:cxn modelId="{CF55CD48-7134-4368-B8CB-884B8A86D89C}" type="presParOf" srcId="{9903B023-C02F-418E-BF38-66CE1C949410}" destId="{79677265-BF55-4EC8-B60F-6CE5DDF34853}" srcOrd="1" destOrd="0" presId="urn:microsoft.com/office/officeart/2008/layout/TitledPictureBlocks"/>
    <dgm:cxn modelId="{AB2B7563-4AAD-49B7-B4A9-E0B6A06A2EDD}" type="presParOf" srcId="{9903B023-C02F-418E-BF38-66CE1C949410}" destId="{F597D8F8-F38C-41A6-A697-2BDE37A30406}" srcOrd="2" destOrd="0" presId="urn:microsoft.com/office/officeart/2008/layout/TitledPictureBlocks"/>
    <dgm:cxn modelId="{96BA9C44-5695-4B5B-9B92-69791395A4B7}" type="presParOf" srcId="{A73728BC-2220-44FB-BED8-499AC9C50E67}" destId="{77B49206-4FA8-45DA-8418-49E4842B4326}" srcOrd="1" destOrd="0" presId="urn:microsoft.com/office/officeart/2008/layout/TitledPictureBlocks"/>
    <dgm:cxn modelId="{68E6D606-E8D8-4BF2-A3DD-3A6B4E43339E}" type="presParOf" srcId="{A73728BC-2220-44FB-BED8-499AC9C50E67}" destId="{CC1E525A-06A9-45A3-A5C7-F6DEEC865CAD}" srcOrd="2" destOrd="0" presId="urn:microsoft.com/office/officeart/2008/layout/TitledPictureBlocks"/>
    <dgm:cxn modelId="{1E47FBDE-9FA8-4E38-9CFE-91900000C117}" type="presParOf" srcId="{CC1E525A-06A9-45A3-A5C7-F6DEEC865CAD}" destId="{BA441A42-1F13-4564-8E65-BAC3EB3DA189}" srcOrd="0" destOrd="0" presId="urn:microsoft.com/office/officeart/2008/layout/TitledPictureBlocks"/>
    <dgm:cxn modelId="{BD011D08-4109-4F05-BB81-92B9FDC3BA8E}" type="presParOf" srcId="{CC1E525A-06A9-45A3-A5C7-F6DEEC865CAD}" destId="{6B184077-7D16-4A11-93AA-397F0A78FE81}" srcOrd="1" destOrd="0" presId="urn:microsoft.com/office/officeart/2008/layout/TitledPictureBlocks"/>
    <dgm:cxn modelId="{B43BFC7F-02E4-417C-95CA-BAEFD849E07D}" type="presParOf" srcId="{CC1E525A-06A9-45A3-A5C7-F6DEEC865CAD}" destId="{6005DDA3-A949-434D-9A10-E589D10BB842}" srcOrd="2" destOrd="0" presId="urn:microsoft.com/office/officeart/2008/layout/TitledPictureBlocks"/>
    <dgm:cxn modelId="{43A7BC98-22A4-4C1F-8934-0B0867E828E5}" type="presParOf" srcId="{A73728BC-2220-44FB-BED8-499AC9C50E67}" destId="{24FD6F78-62FF-4E3A-9797-722B6B67EDD1}" srcOrd="3" destOrd="0" presId="urn:microsoft.com/office/officeart/2008/layout/TitledPictureBlocks"/>
    <dgm:cxn modelId="{E84F2264-D1E7-4682-AD6C-6ECB31B538FC}" type="presParOf" srcId="{A73728BC-2220-44FB-BED8-499AC9C50E67}" destId="{8614FBAD-674A-4992-9763-C88F1DAAB9B5}" srcOrd="4" destOrd="0" presId="urn:microsoft.com/office/officeart/2008/layout/TitledPictureBlocks"/>
    <dgm:cxn modelId="{33B84EC0-DB7F-45FC-B72C-6BD366EF21C4}" type="presParOf" srcId="{8614FBAD-674A-4992-9763-C88F1DAAB9B5}" destId="{58A44C85-506E-4CF8-809B-D2FD783FC492}" srcOrd="0" destOrd="0" presId="urn:microsoft.com/office/officeart/2008/layout/TitledPictureBlocks"/>
    <dgm:cxn modelId="{BFB4E80F-CAF2-4626-AC4C-1C64990543BE}" type="presParOf" srcId="{8614FBAD-674A-4992-9763-C88F1DAAB9B5}" destId="{E0F7D67B-74BE-4839-AB34-072AD2AB563C}" srcOrd="1" destOrd="0" presId="urn:microsoft.com/office/officeart/2008/layout/TitledPictureBlocks"/>
    <dgm:cxn modelId="{BF5881D9-CFB0-46DB-9ED3-2564E7BEA1AD}" type="presParOf" srcId="{8614FBAD-674A-4992-9763-C88F1DAAB9B5}" destId="{77FE636E-1EF4-4902-8509-0231CCD86B6A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diagrams.loki3.com/VaryingWidth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Age and mileage are the strongest negative predictors of price.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Horsepower, manufacturing group, and features like AC and ABS increase price.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 achieved the most reliable and stable performance.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04FFDAD8-D226-4F5B-919A-C46DCBA6CE08}">
      <dgm:prSet custT="1"/>
      <dgm:spPr/>
      <dgm:t>
        <a:bodyPr/>
        <a:lstStyle/>
        <a:p>
          <a:pPr>
            <a:lnSpc>
              <a:spcPct val="100000"/>
            </a:lnSpc>
            <a:buSzPts val="1000"/>
            <a:buFont typeface="Symbol" panose="05050102010706020507" pitchFamily="18" charset="2"/>
            <a:buChar char=""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networks underperformed due to dataset size and feature sparsity.</a:t>
          </a:r>
        </a:p>
      </dgm:t>
    </dgm:pt>
    <dgm:pt modelId="{2491C662-5B7D-428C-845A-EBBE6730B62B}" type="parTrans" cxnId="{D66F556E-FC08-4D8A-BB11-4E55747F8FDB}">
      <dgm:prSet/>
      <dgm:spPr/>
      <dgm:t>
        <a:bodyPr/>
        <a:lstStyle/>
        <a:p>
          <a:endParaRPr lang="en-US"/>
        </a:p>
      </dgm:t>
    </dgm:pt>
    <dgm:pt modelId="{D9B8C139-41A0-4D8E-AA11-C0930929593D}" type="sibTrans" cxnId="{D66F556E-FC08-4D8A-BB11-4E55747F8FDB}">
      <dgm:prSet/>
      <dgm:spPr/>
      <dgm:t>
        <a:bodyPr/>
        <a:lstStyle/>
        <a:p>
          <a:endParaRPr lang="en-US"/>
        </a:p>
      </dgm:t>
    </dgm:pt>
    <dgm:pt modelId="{EA458BB1-ACE2-4402-83BC-3210A8D838D2}" type="pres">
      <dgm:prSet presAssocID="{CF9FC193-7A05-4631-B681-B56EAB543D38}" presName="Name0" presStyleCnt="0">
        <dgm:presLayoutVars>
          <dgm:resizeHandles/>
        </dgm:presLayoutVars>
      </dgm:prSet>
      <dgm:spPr/>
    </dgm:pt>
    <dgm:pt modelId="{D3A4818A-F370-4E67-9DA0-F12940DF503E}" type="pres">
      <dgm:prSet presAssocID="{6857B86A-DEC1-407C-A1BB-5BF9ACCBCA6A}" presName="text" presStyleLbl="node1" presStyleIdx="0" presStyleCnt="4" custScaleX="129234" custScaleY="133100">
        <dgm:presLayoutVars>
          <dgm:bulletEnabled val="1"/>
        </dgm:presLayoutVars>
      </dgm:prSet>
      <dgm:spPr>
        <a:prstGeom prst="roundRect">
          <a:avLst/>
        </a:prstGeom>
      </dgm:spPr>
    </dgm:pt>
    <dgm:pt modelId="{A5A9E771-6BE1-45AA-B502-FA6548CC4718}" type="pres">
      <dgm:prSet presAssocID="{F087F24E-A7D7-4DCE-B2A7-9B941289621A}" presName="space" presStyleCnt="0"/>
      <dgm:spPr/>
    </dgm:pt>
    <dgm:pt modelId="{4712E9A3-D914-4E3A-9BD5-2E96413C234D}" type="pres">
      <dgm:prSet presAssocID="{ABA77F75-8642-4931-8D7E-BE6C6DB9940D}" presName="text" presStyleLbl="node1" presStyleIdx="1" presStyleCnt="4" custScaleX="100516" custScaleY="133100">
        <dgm:presLayoutVars>
          <dgm:bulletEnabled val="1"/>
        </dgm:presLayoutVars>
      </dgm:prSet>
      <dgm:spPr>
        <a:prstGeom prst="roundRect">
          <a:avLst/>
        </a:prstGeom>
      </dgm:spPr>
    </dgm:pt>
    <dgm:pt modelId="{9C80BC25-A92C-4B81-B9BE-4DAD148A301E}" type="pres">
      <dgm:prSet presAssocID="{1A095211-ADB0-42CA-9F24-F1BC942872F3}" presName="space" presStyleCnt="0"/>
      <dgm:spPr/>
    </dgm:pt>
    <dgm:pt modelId="{E83FE343-C455-4EC7-82DF-4575B202CFA6}" type="pres">
      <dgm:prSet presAssocID="{DA5DFAD8-E443-4F53-9341-A0903BBBD378}" presName="text" presStyleLbl="node1" presStyleIdx="2" presStyleCnt="4" custScaleX="115486" custScaleY="133100">
        <dgm:presLayoutVars>
          <dgm:bulletEnabled val="1"/>
        </dgm:presLayoutVars>
      </dgm:prSet>
      <dgm:spPr>
        <a:prstGeom prst="roundRect">
          <a:avLst/>
        </a:prstGeom>
      </dgm:spPr>
    </dgm:pt>
    <dgm:pt modelId="{A23B32C6-1506-4448-84BA-6938DE16DB91}" type="pres">
      <dgm:prSet presAssocID="{76D9F54E-47B3-4FE0-B465-AD673964072E}" presName="space" presStyleCnt="0"/>
      <dgm:spPr/>
    </dgm:pt>
    <dgm:pt modelId="{30854B35-2BDC-477F-9693-27257764D49D}" type="pres">
      <dgm:prSet presAssocID="{04FFDAD8-D226-4F5B-919A-C46DCBA6CE08}" presName="text" presStyleLbl="node1" presStyleIdx="3" presStyleCnt="4" custScaleX="110772" custScaleY="13310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CACC8818-DE5D-421B-9879-3DEC50F2F4EE}" type="presOf" srcId="{ABA77F75-8642-4931-8D7E-BE6C6DB9940D}" destId="{4712E9A3-D914-4E3A-9BD5-2E96413C234D}" srcOrd="0" destOrd="0" presId="urn:diagrams.loki3.com/VaryingWidthList"/>
    <dgm:cxn modelId="{A1DDE732-6292-4AEE-8305-EDFFB7FFF567}" type="presOf" srcId="{04FFDAD8-D226-4F5B-919A-C46DCBA6CE08}" destId="{30854B35-2BDC-477F-9693-27257764D49D}" srcOrd="0" destOrd="0" presId="urn:diagrams.loki3.com/VaryingWidthList"/>
    <dgm:cxn modelId="{D66F556E-FC08-4D8A-BB11-4E55747F8FDB}" srcId="{CF9FC193-7A05-4631-B681-B56EAB543D38}" destId="{04FFDAD8-D226-4F5B-919A-C46DCBA6CE08}" srcOrd="3" destOrd="0" parTransId="{2491C662-5B7D-428C-845A-EBBE6730B62B}" sibTransId="{D9B8C139-41A0-4D8E-AA11-C0930929593D}"/>
    <dgm:cxn modelId="{70300A89-B8CA-480F-B7AB-F716B8FDF8DE}" type="presOf" srcId="{6857B86A-DEC1-407C-A1BB-5BF9ACCBCA6A}" destId="{D3A4818A-F370-4E67-9DA0-F12940DF503E}" srcOrd="0" destOrd="0" presId="urn:diagrams.loki3.com/VaryingWidthList"/>
    <dgm:cxn modelId="{ECC6D39C-DE2C-4FCA-BB2A-2CB4565984CF}" type="presOf" srcId="{DA5DFAD8-E443-4F53-9341-A0903BBBD378}" destId="{E83FE343-C455-4EC7-82DF-4575B202CFA6}" srcOrd="0" destOrd="0" presId="urn:diagrams.loki3.com/VaryingWidthList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F6FB59E1-83B6-4489-86A4-3CC8E21765DA}" type="presOf" srcId="{CF9FC193-7A05-4631-B681-B56EAB543D38}" destId="{EA458BB1-ACE2-4402-83BC-3210A8D838D2}" srcOrd="0" destOrd="0" presId="urn:diagrams.loki3.com/VaryingWidthList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2E124F68-7F83-437D-9951-A97A43CCDF82}" type="presParOf" srcId="{EA458BB1-ACE2-4402-83BC-3210A8D838D2}" destId="{D3A4818A-F370-4E67-9DA0-F12940DF503E}" srcOrd="0" destOrd="0" presId="urn:diagrams.loki3.com/VaryingWidthList"/>
    <dgm:cxn modelId="{5E38F9BF-DE16-4567-809B-7C9D03AE5223}" type="presParOf" srcId="{EA458BB1-ACE2-4402-83BC-3210A8D838D2}" destId="{A5A9E771-6BE1-45AA-B502-FA6548CC4718}" srcOrd="1" destOrd="0" presId="urn:diagrams.loki3.com/VaryingWidthList"/>
    <dgm:cxn modelId="{0987BC1C-F84E-43DC-AFDF-7448B257B59A}" type="presParOf" srcId="{EA458BB1-ACE2-4402-83BC-3210A8D838D2}" destId="{4712E9A3-D914-4E3A-9BD5-2E96413C234D}" srcOrd="2" destOrd="0" presId="urn:diagrams.loki3.com/VaryingWidthList"/>
    <dgm:cxn modelId="{2CC8194D-1EB8-473D-9ECA-114FD4BF9191}" type="presParOf" srcId="{EA458BB1-ACE2-4402-83BC-3210A8D838D2}" destId="{9C80BC25-A92C-4B81-B9BE-4DAD148A301E}" srcOrd="3" destOrd="0" presId="urn:diagrams.loki3.com/VaryingWidthList"/>
    <dgm:cxn modelId="{4528C985-A364-431F-B0DC-6B9C71828C75}" type="presParOf" srcId="{EA458BB1-ACE2-4402-83BC-3210A8D838D2}" destId="{E83FE343-C455-4EC7-82DF-4575B202CFA6}" srcOrd="4" destOrd="0" presId="urn:diagrams.loki3.com/VaryingWidthList"/>
    <dgm:cxn modelId="{CC6763D5-4B1D-4C97-83BB-3E5C26708925}" type="presParOf" srcId="{EA458BB1-ACE2-4402-83BC-3210A8D838D2}" destId="{A23B32C6-1506-4448-84BA-6938DE16DB91}" srcOrd="5" destOrd="0" presId="urn:diagrams.loki3.com/VaryingWidthList"/>
    <dgm:cxn modelId="{7CBF5245-17EA-43B8-99F2-CC6201581924}" type="presParOf" srcId="{EA458BB1-ACE2-4402-83BC-3210A8D838D2}" destId="{30854B35-2BDC-477F-9693-27257764D49D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Use </a:t>
          </a: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as the primary pricing model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Use </a:t>
          </a: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Trees</a:t>
          </a: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for interpretability and business rule development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Avoid </a:t>
          </a:r>
          <a:r>
            <a:rPr lang="en-US" sz="2300" b="1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Networks</a:t>
          </a: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unless more data is collected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2C947734-3FA8-42A5-8F41-487469672B24}">
      <dgm:prSet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Maintain an analytics dashboard for ongoing monitoring</a:t>
          </a:r>
          <a:endParaRPr lang="en-US" sz="23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EA72D2-FC35-4B7D-8C3F-B249711C082D}" type="parTrans" cxnId="{6303DA7A-1EA4-4B45-B307-B84AF368549D}">
      <dgm:prSet/>
      <dgm:spPr/>
      <dgm:t>
        <a:bodyPr/>
        <a:lstStyle/>
        <a:p>
          <a:endParaRPr lang="en-US"/>
        </a:p>
      </dgm:t>
    </dgm:pt>
    <dgm:pt modelId="{AF84E568-5751-4A63-A03B-8473100ACECA}" type="sibTrans" cxnId="{6303DA7A-1EA4-4B45-B307-B84AF368549D}">
      <dgm:prSet/>
      <dgm:spPr/>
      <dgm:t>
        <a:bodyPr/>
        <a:lstStyle/>
        <a:p>
          <a:endParaRPr lang="en-US"/>
        </a:p>
      </dgm:t>
    </dgm:pt>
    <dgm:pt modelId="{2682CB62-783B-4760-AA45-BA00D4112BD3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Retrain the model periodically as market conditions change</a:t>
          </a:r>
        </a:p>
      </dgm:t>
    </dgm:pt>
    <dgm:pt modelId="{C20322E5-55B7-442B-85F4-4440E2B5FE94}" type="parTrans" cxnId="{36C8F3A6-E89D-4370-927E-AEB76010FA86}">
      <dgm:prSet/>
      <dgm:spPr/>
      <dgm:t>
        <a:bodyPr/>
        <a:lstStyle/>
        <a:p>
          <a:endParaRPr lang="en-US"/>
        </a:p>
      </dgm:t>
    </dgm:pt>
    <dgm:pt modelId="{A84071C6-0579-4C8D-A1A9-22F9EC34C0B0}" type="sibTrans" cxnId="{36C8F3A6-E89D-4370-927E-AEB76010FA86}">
      <dgm:prSet/>
      <dgm:spPr/>
      <dgm:t>
        <a:bodyPr/>
        <a:lstStyle/>
        <a:p>
          <a:endParaRPr lang="en-US"/>
        </a:p>
      </dgm:t>
    </dgm:pt>
    <dgm:pt modelId="{DB7D9AA9-98B0-4A81-9D32-B0F1CD4B1DD5}" type="pres">
      <dgm:prSet presAssocID="{CF9FC193-7A05-4631-B681-B56EAB543D38}" presName="diagram" presStyleCnt="0">
        <dgm:presLayoutVars>
          <dgm:dir/>
          <dgm:resizeHandles val="exact"/>
        </dgm:presLayoutVars>
      </dgm:prSet>
      <dgm:spPr/>
    </dgm:pt>
    <dgm:pt modelId="{F7E0900F-77DB-4DF1-BD73-6610CEE62B8A}" type="pres">
      <dgm:prSet presAssocID="{6857B86A-DEC1-407C-A1BB-5BF9ACCBCA6A}" presName="node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A8E6DB58-0EBA-4B43-B04E-DF8EE2DD3397}" type="pres">
      <dgm:prSet presAssocID="{F087F24E-A7D7-4DCE-B2A7-9B941289621A}" presName="sibTrans" presStyleCnt="0"/>
      <dgm:spPr/>
    </dgm:pt>
    <dgm:pt modelId="{AE5CA6FE-D11C-46DF-BD1E-219197757F85}" type="pres">
      <dgm:prSet presAssocID="{ABA77F75-8642-4931-8D7E-BE6C6DB9940D}" presName="node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2CF5CAE6-AFC2-4056-99C5-5846BCC69C38}" type="pres">
      <dgm:prSet presAssocID="{1A095211-ADB0-42CA-9F24-F1BC942872F3}" presName="sibTrans" presStyleCnt="0"/>
      <dgm:spPr/>
    </dgm:pt>
    <dgm:pt modelId="{1C14F273-6864-4A73-9EA7-79DDBC9A5C0B}" type="pres">
      <dgm:prSet presAssocID="{DA5DFAD8-E443-4F53-9341-A0903BBBD378}" presName="node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5060949B-11A9-4862-8A12-03AF4E34929C}" type="pres">
      <dgm:prSet presAssocID="{76D9F54E-47B3-4FE0-B465-AD673964072E}" presName="sibTrans" presStyleCnt="0"/>
      <dgm:spPr/>
    </dgm:pt>
    <dgm:pt modelId="{0C49E5ED-3016-4881-8340-1F0BB58394C9}" type="pres">
      <dgm:prSet presAssocID="{2C947734-3FA8-42A5-8F41-487469672B24}" presName="node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24A35BC0-D2C5-445E-B8F8-385181BD1C09}" type="pres">
      <dgm:prSet presAssocID="{AF84E568-5751-4A63-A03B-8473100ACECA}" presName="sibTrans" presStyleCnt="0"/>
      <dgm:spPr/>
    </dgm:pt>
    <dgm:pt modelId="{36566809-C9C5-4398-A6BA-F48D9EDB434A}" type="pres">
      <dgm:prSet presAssocID="{2682CB62-783B-4760-AA45-BA00D4112BD3}" presName="node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687F7216-0FD6-4914-BDBC-C58C2FB99A7F}" type="presOf" srcId="{CF9FC193-7A05-4631-B681-B56EAB543D38}" destId="{DB7D9AA9-98B0-4A81-9D32-B0F1CD4B1DD5}" srcOrd="0" destOrd="0" presId="urn:microsoft.com/office/officeart/2005/8/layout/default"/>
    <dgm:cxn modelId="{ED4E4272-F684-4BC9-B7D4-52BBE69678B3}" type="presOf" srcId="{6857B86A-DEC1-407C-A1BB-5BF9ACCBCA6A}" destId="{F7E0900F-77DB-4DF1-BD73-6610CEE62B8A}" srcOrd="0" destOrd="0" presId="urn:microsoft.com/office/officeart/2005/8/layout/default"/>
    <dgm:cxn modelId="{6303DA7A-1EA4-4B45-B307-B84AF368549D}" srcId="{CF9FC193-7A05-4631-B681-B56EAB543D38}" destId="{2C947734-3FA8-42A5-8F41-487469672B24}" srcOrd="3" destOrd="0" parTransId="{51EA72D2-FC35-4B7D-8C3F-B249711C082D}" sibTransId="{AF84E568-5751-4A63-A03B-8473100ACECA}"/>
    <dgm:cxn modelId="{6FE7318C-04C3-42CB-B8EB-059B9176E342}" type="presOf" srcId="{DA5DFAD8-E443-4F53-9341-A0903BBBD378}" destId="{1C14F273-6864-4A73-9EA7-79DDBC9A5C0B}" srcOrd="0" destOrd="0" presId="urn:microsoft.com/office/officeart/2005/8/layout/default"/>
    <dgm:cxn modelId="{BEED1E8E-BF63-4246-86C3-059A51AAD624}" type="presOf" srcId="{2C947734-3FA8-42A5-8F41-487469672B24}" destId="{0C49E5ED-3016-4881-8340-1F0BB58394C9}" srcOrd="0" destOrd="0" presId="urn:microsoft.com/office/officeart/2005/8/layout/default"/>
    <dgm:cxn modelId="{36C8F3A6-E89D-4370-927E-AEB76010FA86}" srcId="{CF9FC193-7A05-4631-B681-B56EAB543D38}" destId="{2682CB62-783B-4760-AA45-BA00D4112BD3}" srcOrd="4" destOrd="0" parTransId="{C20322E5-55B7-442B-85F4-4440E2B5FE94}" sibTransId="{A84071C6-0579-4C8D-A1A9-22F9EC34C0B0}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741A27E5-583C-47C5-85DB-A06FD78CFD1B}" type="presOf" srcId="{2682CB62-783B-4760-AA45-BA00D4112BD3}" destId="{36566809-C9C5-4398-A6BA-F48D9EDB434A}" srcOrd="0" destOrd="0" presId="urn:microsoft.com/office/officeart/2005/8/layout/default"/>
    <dgm:cxn modelId="{1F449EE9-6C99-4B0F-98B5-241E922DFBF5}" type="presOf" srcId="{ABA77F75-8642-4931-8D7E-BE6C6DB9940D}" destId="{AE5CA6FE-D11C-46DF-BD1E-219197757F85}" srcOrd="0" destOrd="0" presId="urn:microsoft.com/office/officeart/2005/8/layout/default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1724CE81-A740-4E25-8CA2-9404200A2EC1}" type="presParOf" srcId="{DB7D9AA9-98B0-4A81-9D32-B0F1CD4B1DD5}" destId="{F7E0900F-77DB-4DF1-BD73-6610CEE62B8A}" srcOrd="0" destOrd="0" presId="urn:microsoft.com/office/officeart/2005/8/layout/default"/>
    <dgm:cxn modelId="{AE2D8847-F214-43BD-8431-78757DD997E6}" type="presParOf" srcId="{DB7D9AA9-98B0-4A81-9D32-B0F1CD4B1DD5}" destId="{A8E6DB58-0EBA-4B43-B04E-DF8EE2DD3397}" srcOrd="1" destOrd="0" presId="urn:microsoft.com/office/officeart/2005/8/layout/default"/>
    <dgm:cxn modelId="{064B32A6-9824-4ACE-AD95-EDA2D1AFFB97}" type="presParOf" srcId="{DB7D9AA9-98B0-4A81-9D32-B0F1CD4B1DD5}" destId="{AE5CA6FE-D11C-46DF-BD1E-219197757F85}" srcOrd="2" destOrd="0" presId="urn:microsoft.com/office/officeart/2005/8/layout/default"/>
    <dgm:cxn modelId="{6D7E908E-A4CD-4A7F-A9E0-73C0AB075F75}" type="presParOf" srcId="{DB7D9AA9-98B0-4A81-9D32-B0F1CD4B1DD5}" destId="{2CF5CAE6-AFC2-4056-99C5-5846BCC69C38}" srcOrd="3" destOrd="0" presId="urn:microsoft.com/office/officeart/2005/8/layout/default"/>
    <dgm:cxn modelId="{C1BD8C8F-F617-4353-86D1-285186BF571D}" type="presParOf" srcId="{DB7D9AA9-98B0-4A81-9D32-B0F1CD4B1DD5}" destId="{1C14F273-6864-4A73-9EA7-79DDBC9A5C0B}" srcOrd="4" destOrd="0" presId="urn:microsoft.com/office/officeart/2005/8/layout/default"/>
    <dgm:cxn modelId="{B6BDAA0C-A1D6-4F6F-87BB-1BB88CC4CD07}" type="presParOf" srcId="{DB7D9AA9-98B0-4A81-9D32-B0F1CD4B1DD5}" destId="{5060949B-11A9-4862-8A12-03AF4E34929C}" srcOrd="5" destOrd="0" presId="urn:microsoft.com/office/officeart/2005/8/layout/default"/>
    <dgm:cxn modelId="{FD8B871B-5EC0-468E-9CBF-C4C46C2EF747}" type="presParOf" srcId="{DB7D9AA9-98B0-4A81-9D32-B0F1CD4B1DD5}" destId="{0C49E5ED-3016-4881-8340-1F0BB58394C9}" srcOrd="6" destOrd="0" presId="urn:microsoft.com/office/officeart/2005/8/layout/default"/>
    <dgm:cxn modelId="{CA895B15-261F-42BE-9789-6A11385F1EAC}" type="presParOf" srcId="{DB7D9AA9-98B0-4A81-9D32-B0F1CD4B1DD5}" destId="{24A35BC0-D2C5-445E-B8F8-385181BD1C09}" srcOrd="7" destOrd="0" presId="urn:microsoft.com/office/officeart/2005/8/layout/default"/>
    <dgm:cxn modelId="{515EE085-35B9-4182-B63D-EF5C9AF7125B}" type="presParOf" srcId="{DB7D9AA9-98B0-4A81-9D32-B0F1CD4B1DD5}" destId="{36566809-C9C5-4398-A6BA-F48D9EDB434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Age, and mileage remain the strongest predictors of used-car prices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availability contributes to price differences, especially in newer vehicles.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 produced the most accurate predictions</a:t>
          </a:r>
          <a:endParaRPr lang="en-US" sz="2300" b="1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2C947734-3FA8-42A5-8F41-487469672B24}">
      <dgm:prSet custT="1"/>
      <dgm:spPr/>
      <dgm:t>
        <a:bodyPr/>
        <a:lstStyle/>
        <a:p>
          <a:pPr>
            <a:buNone/>
          </a:pPr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validated strong depreciation patterns and feature impacts</a:t>
          </a:r>
          <a:endParaRPr lang="en-US" sz="23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EA72D2-FC35-4B7D-8C3F-B249711C082D}" type="parTrans" cxnId="{6303DA7A-1EA4-4B45-B307-B84AF368549D}">
      <dgm:prSet/>
      <dgm:spPr/>
      <dgm:t>
        <a:bodyPr/>
        <a:lstStyle/>
        <a:p>
          <a:endParaRPr lang="en-US"/>
        </a:p>
      </dgm:t>
    </dgm:pt>
    <dgm:pt modelId="{AF84E568-5751-4A63-A03B-8473100ACECA}" type="sibTrans" cxnId="{6303DA7A-1EA4-4B45-B307-B84AF368549D}">
      <dgm:prSet/>
      <dgm:spPr/>
      <dgm:t>
        <a:bodyPr/>
        <a:lstStyle/>
        <a:p>
          <a:endParaRPr lang="en-US"/>
        </a:p>
      </dgm:t>
    </dgm:pt>
    <dgm:pt modelId="{2682CB62-783B-4760-AA45-BA00D4112BD3}">
      <dgm:prSet/>
      <dgm:spPr/>
      <dgm:t>
        <a:bodyPr/>
        <a:lstStyle/>
        <a:p>
          <a:pPr>
            <a:buFont typeface="Calibri" panose="020F050202020403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Future research: incorporate brand effects, service records, regional pricing trends, economic indicators</a:t>
          </a:r>
        </a:p>
      </dgm:t>
    </dgm:pt>
    <dgm:pt modelId="{C20322E5-55B7-442B-85F4-4440E2B5FE94}" type="parTrans" cxnId="{36C8F3A6-E89D-4370-927E-AEB76010FA86}">
      <dgm:prSet/>
      <dgm:spPr/>
      <dgm:t>
        <a:bodyPr/>
        <a:lstStyle/>
        <a:p>
          <a:endParaRPr lang="en-US"/>
        </a:p>
      </dgm:t>
    </dgm:pt>
    <dgm:pt modelId="{A84071C6-0579-4C8D-A1A9-22F9EC34C0B0}" type="sibTrans" cxnId="{36C8F3A6-E89D-4370-927E-AEB76010FA86}">
      <dgm:prSet/>
      <dgm:spPr/>
      <dgm:t>
        <a:bodyPr/>
        <a:lstStyle/>
        <a:p>
          <a:endParaRPr lang="en-US"/>
        </a:p>
      </dgm:t>
    </dgm:pt>
    <dgm:pt modelId="{DB7D9AA9-98B0-4A81-9D32-B0F1CD4B1DD5}" type="pres">
      <dgm:prSet presAssocID="{CF9FC193-7A05-4631-B681-B56EAB543D38}" presName="diagram" presStyleCnt="0">
        <dgm:presLayoutVars>
          <dgm:dir/>
          <dgm:resizeHandles val="exact"/>
        </dgm:presLayoutVars>
      </dgm:prSet>
      <dgm:spPr/>
    </dgm:pt>
    <dgm:pt modelId="{F7E0900F-77DB-4DF1-BD73-6610CEE62B8A}" type="pres">
      <dgm:prSet presAssocID="{6857B86A-DEC1-407C-A1BB-5BF9ACCBCA6A}" presName="node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A8E6DB58-0EBA-4B43-B04E-DF8EE2DD3397}" type="pres">
      <dgm:prSet presAssocID="{F087F24E-A7D7-4DCE-B2A7-9B941289621A}" presName="sibTrans" presStyleCnt="0"/>
      <dgm:spPr/>
    </dgm:pt>
    <dgm:pt modelId="{AE5CA6FE-D11C-46DF-BD1E-219197757F85}" type="pres">
      <dgm:prSet presAssocID="{ABA77F75-8642-4931-8D7E-BE6C6DB9940D}" presName="node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2CF5CAE6-AFC2-4056-99C5-5846BCC69C38}" type="pres">
      <dgm:prSet presAssocID="{1A095211-ADB0-42CA-9F24-F1BC942872F3}" presName="sibTrans" presStyleCnt="0"/>
      <dgm:spPr/>
    </dgm:pt>
    <dgm:pt modelId="{1C14F273-6864-4A73-9EA7-79DDBC9A5C0B}" type="pres">
      <dgm:prSet presAssocID="{DA5DFAD8-E443-4F53-9341-A0903BBBD378}" presName="node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5060949B-11A9-4862-8A12-03AF4E34929C}" type="pres">
      <dgm:prSet presAssocID="{76D9F54E-47B3-4FE0-B465-AD673964072E}" presName="sibTrans" presStyleCnt="0"/>
      <dgm:spPr/>
    </dgm:pt>
    <dgm:pt modelId="{0C49E5ED-3016-4881-8340-1F0BB58394C9}" type="pres">
      <dgm:prSet presAssocID="{2C947734-3FA8-42A5-8F41-487469672B24}" presName="node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24A35BC0-D2C5-445E-B8F8-385181BD1C09}" type="pres">
      <dgm:prSet presAssocID="{AF84E568-5751-4A63-A03B-8473100ACECA}" presName="sibTrans" presStyleCnt="0"/>
      <dgm:spPr/>
    </dgm:pt>
    <dgm:pt modelId="{36566809-C9C5-4398-A6BA-F48D9EDB434A}" type="pres">
      <dgm:prSet presAssocID="{2682CB62-783B-4760-AA45-BA00D4112BD3}" presName="node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687F7216-0FD6-4914-BDBC-C58C2FB99A7F}" type="presOf" srcId="{CF9FC193-7A05-4631-B681-B56EAB543D38}" destId="{DB7D9AA9-98B0-4A81-9D32-B0F1CD4B1DD5}" srcOrd="0" destOrd="0" presId="urn:microsoft.com/office/officeart/2005/8/layout/default"/>
    <dgm:cxn modelId="{ED4E4272-F684-4BC9-B7D4-52BBE69678B3}" type="presOf" srcId="{6857B86A-DEC1-407C-A1BB-5BF9ACCBCA6A}" destId="{F7E0900F-77DB-4DF1-BD73-6610CEE62B8A}" srcOrd="0" destOrd="0" presId="urn:microsoft.com/office/officeart/2005/8/layout/default"/>
    <dgm:cxn modelId="{6303DA7A-1EA4-4B45-B307-B84AF368549D}" srcId="{CF9FC193-7A05-4631-B681-B56EAB543D38}" destId="{2C947734-3FA8-42A5-8F41-487469672B24}" srcOrd="3" destOrd="0" parTransId="{51EA72D2-FC35-4B7D-8C3F-B249711C082D}" sibTransId="{AF84E568-5751-4A63-A03B-8473100ACECA}"/>
    <dgm:cxn modelId="{6FE7318C-04C3-42CB-B8EB-059B9176E342}" type="presOf" srcId="{DA5DFAD8-E443-4F53-9341-A0903BBBD378}" destId="{1C14F273-6864-4A73-9EA7-79DDBC9A5C0B}" srcOrd="0" destOrd="0" presId="urn:microsoft.com/office/officeart/2005/8/layout/default"/>
    <dgm:cxn modelId="{BEED1E8E-BF63-4246-86C3-059A51AAD624}" type="presOf" srcId="{2C947734-3FA8-42A5-8F41-487469672B24}" destId="{0C49E5ED-3016-4881-8340-1F0BB58394C9}" srcOrd="0" destOrd="0" presId="urn:microsoft.com/office/officeart/2005/8/layout/default"/>
    <dgm:cxn modelId="{36C8F3A6-E89D-4370-927E-AEB76010FA86}" srcId="{CF9FC193-7A05-4631-B681-B56EAB543D38}" destId="{2682CB62-783B-4760-AA45-BA00D4112BD3}" srcOrd="4" destOrd="0" parTransId="{C20322E5-55B7-442B-85F4-4440E2B5FE94}" sibTransId="{A84071C6-0579-4C8D-A1A9-22F9EC34C0B0}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741A27E5-583C-47C5-85DB-A06FD78CFD1B}" type="presOf" srcId="{2682CB62-783B-4760-AA45-BA00D4112BD3}" destId="{36566809-C9C5-4398-A6BA-F48D9EDB434A}" srcOrd="0" destOrd="0" presId="urn:microsoft.com/office/officeart/2005/8/layout/default"/>
    <dgm:cxn modelId="{1F449EE9-6C99-4B0F-98B5-241E922DFBF5}" type="presOf" srcId="{ABA77F75-8642-4931-8D7E-BE6C6DB9940D}" destId="{AE5CA6FE-D11C-46DF-BD1E-219197757F85}" srcOrd="0" destOrd="0" presId="urn:microsoft.com/office/officeart/2005/8/layout/default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1724CE81-A740-4E25-8CA2-9404200A2EC1}" type="presParOf" srcId="{DB7D9AA9-98B0-4A81-9D32-B0F1CD4B1DD5}" destId="{F7E0900F-77DB-4DF1-BD73-6610CEE62B8A}" srcOrd="0" destOrd="0" presId="urn:microsoft.com/office/officeart/2005/8/layout/default"/>
    <dgm:cxn modelId="{AE2D8847-F214-43BD-8431-78757DD997E6}" type="presParOf" srcId="{DB7D9AA9-98B0-4A81-9D32-B0F1CD4B1DD5}" destId="{A8E6DB58-0EBA-4B43-B04E-DF8EE2DD3397}" srcOrd="1" destOrd="0" presId="urn:microsoft.com/office/officeart/2005/8/layout/default"/>
    <dgm:cxn modelId="{064B32A6-9824-4ACE-AD95-EDA2D1AFFB97}" type="presParOf" srcId="{DB7D9AA9-98B0-4A81-9D32-B0F1CD4B1DD5}" destId="{AE5CA6FE-D11C-46DF-BD1E-219197757F85}" srcOrd="2" destOrd="0" presId="urn:microsoft.com/office/officeart/2005/8/layout/default"/>
    <dgm:cxn modelId="{6D7E908E-A4CD-4A7F-A9E0-73C0AB075F75}" type="presParOf" srcId="{DB7D9AA9-98B0-4A81-9D32-B0F1CD4B1DD5}" destId="{2CF5CAE6-AFC2-4056-99C5-5846BCC69C38}" srcOrd="3" destOrd="0" presId="urn:microsoft.com/office/officeart/2005/8/layout/default"/>
    <dgm:cxn modelId="{C1BD8C8F-F617-4353-86D1-285186BF571D}" type="presParOf" srcId="{DB7D9AA9-98B0-4A81-9D32-B0F1CD4B1DD5}" destId="{1C14F273-6864-4A73-9EA7-79DDBC9A5C0B}" srcOrd="4" destOrd="0" presId="urn:microsoft.com/office/officeart/2005/8/layout/default"/>
    <dgm:cxn modelId="{B6BDAA0C-A1D6-4F6F-87BB-1BB88CC4CD07}" type="presParOf" srcId="{DB7D9AA9-98B0-4A81-9D32-B0F1CD4B1DD5}" destId="{5060949B-11A9-4862-8A12-03AF4E34929C}" srcOrd="5" destOrd="0" presId="urn:microsoft.com/office/officeart/2005/8/layout/default"/>
    <dgm:cxn modelId="{FD8B871B-5EC0-468E-9CBF-C4C46C2EF747}" type="presParOf" srcId="{DB7D9AA9-98B0-4A81-9D32-B0F1CD4B1DD5}" destId="{0C49E5ED-3016-4881-8340-1F0BB58394C9}" srcOrd="6" destOrd="0" presId="urn:microsoft.com/office/officeart/2005/8/layout/default"/>
    <dgm:cxn modelId="{CA895B15-261F-42BE-9789-6A11385F1EAC}" type="presParOf" srcId="{DB7D9AA9-98B0-4A81-9D32-B0F1CD4B1DD5}" destId="{24A35BC0-D2C5-445E-B8F8-385181BD1C09}" srcOrd="7" destOrd="0" presId="urn:microsoft.com/office/officeart/2005/8/layout/default"/>
    <dgm:cxn modelId="{515EE085-35B9-4182-B63D-EF5C9AF7125B}" type="presParOf" srcId="{DB7D9AA9-98B0-4A81-9D32-B0F1CD4B1DD5}" destId="{36566809-C9C5-4398-A6BA-F48D9EDB434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5928516" y="-2160415"/>
          <a:ext cx="161512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Which vehicle characteristics most strongly influence used-car prices?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Which predictive modeling technique provides the most reliable pricing results?</a:t>
          </a:r>
        </a:p>
      </dsp:txBody>
      <dsp:txXfrm rot="-5400000">
        <a:off x="3566159" y="280786"/>
        <a:ext cx="6260996" cy="1457438"/>
      </dsp:txXfrm>
    </dsp:sp>
    <dsp:sp modelId="{3230722F-B757-4673-BD2F-9D4BAB5CEE8D}">
      <dsp:nvSpPr>
        <dsp:cNvPr id="0" name=""/>
        <dsp:cNvSpPr/>
      </dsp:nvSpPr>
      <dsp:spPr>
        <a:xfrm>
          <a:off x="0" y="50"/>
          <a:ext cx="3566160" cy="20189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Business Questions?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98555" y="98605"/>
        <a:ext cx="3369050" cy="1821798"/>
      </dsp:txXfrm>
    </dsp:sp>
    <dsp:sp modelId="{329ECF1A-78BE-41CB-B252-8011825B67CD}">
      <dsp:nvSpPr>
        <dsp:cNvPr id="0" name=""/>
        <dsp:cNvSpPr/>
      </dsp:nvSpPr>
      <dsp:spPr>
        <a:xfrm rot="5400000">
          <a:off x="5928516" y="-40561"/>
          <a:ext cx="1615126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accurate pricing decisions for manufacturers &amp; dealers</a:t>
          </a:r>
          <a:endParaRPr lang="en-US" sz="22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forecasting for revenue planning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inventory management for competitive advantage</a:t>
          </a:r>
        </a:p>
      </dsp:txBody>
      <dsp:txXfrm rot="-5400000">
        <a:off x="3566159" y="2400640"/>
        <a:ext cx="6260996" cy="1457438"/>
      </dsp:txXfrm>
    </dsp:sp>
    <dsp:sp modelId="{8A3FE5E4-2689-4041-B2C5-C63BC276A3EF}">
      <dsp:nvSpPr>
        <dsp:cNvPr id="0" name=""/>
        <dsp:cNvSpPr/>
      </dsp:nvSpPr>
      <dsp:spPr>
        <a:xfrm>
          <a:off x="0" y="2119904"/>
          <a:ext cx="3566160" cy="201890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Why This Matters?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98555" y="2218459"/>
        <a:ext cx="3369050" cy="18217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178BF0-6CE3-423F-8934-F9D1B80E25AE}">
      <dsp:nvSpPr>
        <dsp:cNvPr id="0" name=""/>
        <dsp:cNvSpPr/>
      </dsp:nvSpPr>
      <dsp:spPr>
        <a:xfrm>
          <a:off x="0" y="255484"/>
          <a:ext cx="8613856" cy="7445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35385" tIns="270764" rIns="73538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1,367 used-car records, 28 original features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6346" y="291830"/>
        <a:ext cx="8541164" cy="671852"/>
      </dsp:txXfrm>
    </dsp:sp>
    <dsp:sp modelId="{666E4FE4-8CEF-4EF5-B421-96A73F3242C9}">
      <dsp:nvSpPr>
        <dsp:cNvPr id="0" name=""/>
        <dsp:cNvSpPr/>
      </dsp:nvSpPr>
      <dsp:spPr>
        <a:xfrm>
          <a:off x="473762" y="98492"/>
          <a:ext cx="6029699" cy="34887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699" tIns="0" rIns="25069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490793" y="115523"/>
        <a:ext cx="5995637" cy="314810"/>
      </dsp:txXfrm>
    </dsp:sp>
    <dsp:sp modelId="{AC87567C-BC9F-4E2F-A36E-9769B882BD68}">
      <dsp:nvSpPr>
        <dsp:cNvPr id="0" name=""/>
        <dsp:cNvSpPr/>
      </dsp:nvSpPr>
      <dsp:spPr>
        <a:xfrm>
          <a:off x="0" y="1227221"/>
          <a:ext cx="8613856" cy="7445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35385" tIns="270764" rIns="73538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Regression, Decision Tree, Neural Network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6346" y="1263567"/>
        <a:ext cx="8541164" cy="671852"/>
      </dsp:txXfrm>
    </dsp:sp>
    <dsp:sp modelId="{88357D4B-7995-4B1E-8790-B3D74E9711FF}">
      <dsp:nvSpPr>
        <dsp:cNvPr id="0" name=""/>
        <dsp:cNvSpPr/>
      </dsp:nvSpPr>
      <dsp:spPr>
        <a:xfrm>
          <a:off x="473762" y="1070229"/>
          <a:ext cx="6029699" cy="34887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699" tIns="0" rIns="25069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Methods applied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490793" y="1087260"/>
        <a:ext cx="5995637" cy="314810"/>
      </dsp:txXfrm>
    </dsp:sp>
    <dsp:sp modelId="{C929A73F-8DAF-4483-8E9D-6F480E8282C5}">
      <dsp:nvSpPr>
        <dsp:cNvPr id="0" name=""/>
        <dsp:cNvSpPr/>
      </dsp:nvSpPr>
      <dsp:spPr>
        <a:xfrm>
          <a:off x="0" y="2198958"/>
          <a:ext cx="8613856" cy="7445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35385" tIns="270764" rIns="73538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R, R Markdown, Power BI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6346" y="2235304"/>
        <a:ext cx="8541164" cy="671852"/>
      </dsp:txXfrm>
    </dsp:sp>
    <dsp:sp modelId="{E0EA4A93-1ED1-4A0C-A4F8-2B5D4722A31B}">
      <dsp:nvSpPr>
        <dsp:cNvPr id="0" name=""/>
        <dsp:cNvSpPr/>
      </dsp:nvSpPr>
      <dsp:spPr>
        <a:xfrm>
          <a:off x="473762" y="2041966"/>
          <a:ext cx="6029699" cy="34887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699" tIns="0" rIns="25069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Tools used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490793" y="2058997"/>
        <a:ext cx="5995637" cy="314810"/>
      </dsp:txXfrm>
    </dsp:sp>
    <dsp:sp modelId="{7D3A60F9-794A-47B2-B5B9-B316C415F79F}">
      <dsp:nvSpPr>
        <dsp:cNvPr id="0" name=""/>
        <dsp:cNvSpPr/>
      </dsp:nvSpPr>
      <dsp:spPr>
        <a:xfrm>
          <a:off x="0" y="3170695"/>
          <a:ext cx="8613856" cy="7445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35385" tIns="270764" rIns="73538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key predictors and evaluate model performance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6346" y="3207041"/>
        <a:ext cx="8541164" cy="671852"/>
      </dsp:txXfrm>
    </dsp:sp>
    <dsp:sp modelId="{3A57B388-62B4-4748-A4E2-E20D3E8027B3}">
      <dsp:nvSpPr>
        <dsp:cNvPr id="0" name=""/>
        <dsp:cNvSpPr/>
      </dsp:nvSpPr>
      <dsp:spPr>
        <a:xfrm>
          <a:off x="473762" y="3013703"/>
          <a:ext cx="6029699" cy="34887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699" tIns="0" rIns="25069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Goal</a:t>
          </a:r>
          <a:endParaRPr lang="en-US" sz="27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490793" y="3030734"/>
        <a:ext cx="5995637" cy="3148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203930" y="-2737157"/>
          <a:ext cx="461561" cy="60518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Price, Age, KM (mileage), HP (horsepower), Weight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408794" y="80511"/>
        <a:ext cx="6029302" cy="416497"/>
      </dsp:txXfrm>
    </dsp:sp>
    <dsp:sp modelId="{3230722F-B757-4673-BD2F-9D4BAB5CEE8D}">
      <dsp:nvSpPr>
        <dsp:cNvPr id="0" name=""/>
        <dsp:cNvSpPr/>
      </dsp:nvSpPr>
      <dsp:spPr>
        <a:xfrm>
          <a:off x="4606" y="280"/>
          <a:ext cx="3404187" cy="5769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Numerical Variables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2771" y="28445"/>
        <a:ext cx="3347857" cy="520626"/>
      </dsp:txXfrm>
    </dsp:sp>
    <dsp:sp modelId="{329ECF1A-78BE-41CB-B252-8011825B67CD}">
      <dsp:nvSpPr>
        <dsp:cNvPr id="0" name=""/>
        <dsp:cNvSpPr/>
      </dsp:nvSpPr>
      <dsp:spPr>
        <a:xfrm rot="5400000">
          <a:off x="6203930" y="-2133975"/>
          <a:ext cx="461561" cy="60518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Fuel type, Color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408794" y="683693"/>
        <a:ext cx="6029302" cy="416497"/>
      </dsp:txXfrm>
    </dsp:sp>
    <dsp:sp modelId="{8A3FE5E4-2689-4041-B2C5-C63BC276A3EF}">
      <dsp:nvSpPr>
        <dsp:cNvPr id="0" name=""/>
        <dsp:cNvSpPr/>
      </dsp:nvSpPr>
      <dsp:spPr>
        <a:xfrm>
          <a:off x="4606" y="603462"/>
          <a:ext cx="3404187" cy="5769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Categorical Variables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2771" y="631627"/>
        <a:ext cx="3347857" cy="520626"/>
      </dsp:txXfrm>
    </dsp:sp>
    <dsp:sp modelId="{A66EBD3D-E7C5-421C-B8B5-728648057DDC}">
      <dsp:nvSpPr>
        <dsp:cNvPr id="0" name=""/>
        <dsp:cNvSpPr/>
      </dsp:nvSpPr>
      <dsp:spPr>
        <a:xfrm rot="5400000">
          <a:off x="6203930" y="-1530793"/>
          <a:ext cx="461561" cy="60518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ABS, Airbags, AC, Radio, Tow Bar, Power Steering, Power Windows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408794" y="1286875"/>
        <a:ext cx="6029302" cy="416497"/>
      </dsp:txXfrm>
    </dsp:sp>
    <dsp:sp modelId="{1C763A21-352A-41D1-A2E2-E305DABA275D}">
      <dsp:nvSpPr>
        <dsp:cNvPr id="0" name=""/>
        <dsp:cNvSpPr/>
      </dsp:nvSpPr>
      <dsp:spPr>
        <a:xfrm>
          <a:off x="4606" y="1206645"/>
          <a:ext cx="3404187" cy="5769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Binary Variables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2771" y="1234810"/>
        <a:ext cx="3347857" cy="520626"/>
      </dsp:txXfrm>
    </dsp:sp>
    <dsp:sp modelId="{95E0557D-F0A1-4F38-8083-55DE7503164F}">
      <dsp:nvSpPr>
        <dsp:cNvPr id="0" name=""/>
        <dsp:cNvSpPr/>
      </dsp:nvSpPr>
      <dsp:spPr>
        <a:xfrm rot="5400000">
          <a:off x="6203930" y="-927611"/>
          <a:ext cx="461561" cy="60518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Cleaned and prepared dataset with 36 encoded variables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408794" y="1890057"/>
        <a:ext cx="6029302" cy="416497"/>
      </dsp:txXfrm>
    </dsp:sp>
    <dsp:sp modelId="{B9324B26-5FF5-4FF7-9073-66103CBE8481}">
      <dsp:nvSpPr>
        <dsp:cNvPr id="0" name=""/>
        <dsp:cNvSpPr/>
      </dsp:nvSpPr>
      <dsp:spPr>
        <a:xfrm>
          <a:off x="4606" y="1809827"/>
          <a:ext cx="3404187" cy="5769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Dataset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2771" y="1837992"/>
        <a:ext cx="3347857" cy="5206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9B065-3282-4DFD-B940-B909A63966A2}">
      <dsp:nvSpPr>
        <dsp:cNvPr id="0" name=""/>
        <dsp:cNvSpPr/>
      </dsp:nvSpPr>
      <dsp:spPr>
        <a:xfrm>
          <a:off x="0" y="0"/>
          <a:ext cx="6733443" cy="6670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Checked for missing or inconsistent key variables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9537" y="19537"/>
        <a:ext cx="5935622" cy="627956"/>
      </dsp:txXfrm>
    </dsp:sp>
    <dsp:sp modelId="{AE64D14B-DB14-45C8-BC43-7D9E667B1506}">
      <dsp:nvSpPr>
        <dsp:cNvPr id="0" name=""/>
        <dsp:cNvSpPr/>
      </dsp:nvSpPr>
      <dsp:spPr>
        <a:xfrm>
          <a:off x="502822" y="759673"/>
          <a:ext cx="6733443" cy="6670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Converted categorical fields into factors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522359" y="779210"/>
        <a:ext cx="5757977" cy="627956"/>
      </dsp:txXfrm>
    </dsp:sp>
    <dsp:sp modelId="{FB26DAE3-5132-4B88-8B24-BF43B147155C}">
      <dsp:nvSpPr>
        <dsp:cNvPr id="0" name=""/>
        <dsp:cNvSpPr/>
      </dsp:nvSpPr>
      <dsp:spPr>
        <a:xfrm>
          <a:off x="1005644" y="1519347"/>
          <a:ext cx="6733443" cy="6670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dummy variables for Fuel and Color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025181" y="1538884"/>
        <a:ext cx="5757977" cy="627956"/>
      </dsp:txXfrm>
    </dsp:sp>
    <dsp:sp modelId="{1FD56D1C-AC49-435A-9BAB-F977ECBBA42C}">
      <dsp:nvSpPr>
        <dsp:cNvPr id="0" name=""/>
        <dsp:cNvSpPr/>
      </dsp:nvSpPr>
      <dsp:spPr>
        <a:xfrm>
          <a:off x="1508466" y="2279020"/>
          <a:ext cx="6733443" cy="6670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Normalized predictors for neural network stability</a:t>
          </a:r>
          <a:endParaRPr lang="en-US" sz="23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528003" y="2298557"/>
        <a:ext cx="5757977" cy="627956"/>
      </dsp:txXfrm>
    </dsp:sp>
    <dsp:sp modelId="{CA5A63F5-2411-4254-BF14-0BE5EB5AF3F6}">
      <dsp:nvSpPr>
        <dsp:cNvPr id="0" name=""/>
        <dsp:cNvSpPr/>
      </dsp:nvSpPr>
      <dsp:spPr>
        <a:xfrm>
          <a:off x="2011288" y="3038694"/>
          <a:ext cx="6733443" cy="6670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Split data into 70% training and 30% validation</a:t>
          </a:r>
        </a:p>
      </dsp:txBody>
      <dsp:txXfrm>
        <a:off x="2030825" y="3058231"/>
        <a:ext cx="5757977" cy="627956"/>
      </dsp:txXfrm>
    </dsp:sp>
    <dsp:sp modelId="{D7EB40CF-4108-420C-9B3F-DC86B00F11AC}">
      <dsp:nvSpPr>
        <dsp:cNvPr id="0" name=""/>
        <dsp:cNvSpPr/>
      </dsp:nvSpPr>
      <dsp:spPr>
        <a:xfrm>
          <a:off x="6299873" y="487302"/>
          <a:ext cx="433569" cy="4335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397426" y="487302"/>
        <a:ext cx="238463" cy="326261"/>
      </dsp:txXfrm>
    </dsp:sp>
    <dsp:sp modelId="{F7B2369B-16C7-4627-BA0A-72E7098D0933}">
      <dsp:nvSpPr>
        <dsp:cNvPr id="0" name=""/>
        <dsp:cNvSpPr/>
      </dsp:nvSpPr>
      <dsp:spPr>
        <a:xfrm>
          <a:off x="6802695" y="1246976"/>
          <a:ext cx="433569" cy="4335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900248" y="1246976"/>
        <a:ext cx="238463" cy="326261"/>
      </dsp:txXfrm>
    </dsp:sp>
    <dsp:sp modelId="{3F4949ED-82F6-4C20-B8AA-BCE76891E3FB}">
      <dsp:nvSpPr>
        <dsp:cNvPr id="0" name=""/>
        <dsp:cNvSpPr/>
      </dsp:nvSpPr>
      <dsp:spPr>
        <a:xfrm>
          <a:off x="7305517" y="1995532"/>
          <a:ext cx="433569" cy="4335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03070" y="1995532"/>
        <a:ext cx="238463" cy="326261"/>
      </dsp:txXfrm>
    </dsp:sp>
    <dsp:sp modelId="{1E7D2DEE-E24B-4498-A061-6FCD279F7180}">
      <dsp:nvSpPr>
        <dsp:cNvPr id="0" name=""/>
        <dsp:cNvSpPr/>
      </dsp:nvSpPr>
      <dsp:spPr>
        <a:xfrm>
          <a:off x="7808340" y="2762617"/>
          <a:ext cx="433569" cy="4335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05893" y="2762617"/>
        <a:ext cx="238463" cy="3262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FA8D-3A5C-4302-910F-EE34C8F3861F}">
      <dsp:nvSpPr>
        <dsp:cNvPr id="0" name=""/>
        <dsp:cNvSpPr/>
      </dsp:nvSpPr>
      <dsp:spPr>
        <a:xfrm>
          <a:off x="2388" y="0"/>
          <a:ext cx="2343484" cy="3955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Modeling Framework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388" y="0"/>
        <a:ext cx="2343484" cy="1186794"/>
      </dsp:txXfrm>
    </dsp:sp>
    <dsp:sp modelId="{AB9FE84D-A1D1-4F28-9388-29C2FFFC0C36}">
      <dsp:nvSpPr>
        <dsp:cNvPr id="0" name=""/>
        <dsp:cNvSpPr/>
      </dsp:nvSpPr>
      <dsp:spPr>
        <a:xfrm>
          <a:off x="236736" y="1186794"/>
          <a:ext cx="1874787" cy="257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 techniques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91647" y="1241705"/>
        <a:ext cx="1764965" cy="2461566"/>
      </dsp:txXfrm>
    </dsp:sp>
    <dsp:sp modelId="{09D96D78-C3F8-4F7B-ABFB-6EEA512F334E}">
      <dsp:nvSpPr>
        <dsp:cNvPr id="0" name=""/>
        <dsp:cNvSpPr/>
      </dsp:nvSpPr>
      <dsp:spPr>
        <a:xfrm>
          <a:off x="2521633" y="0"/>
          <a:ext cx="2343484" cy="3955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Models Used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521633" y="0"/>
        <a:ext cx="2343484" cy="1186794"/>
      </dsp:txXfrm>
    </dsp:sp>
    <dsp:sp modelId="{0FA4BAF8-1BFF-4F4C-A306-8728F8D2498B}">
      <dsp:nvSpPr>
        <dsp:cNvPr id="0" name=""/>
        <dsp:cNvSpPr/>
      </dsp:nvSpPr>
      <dsp:spPr>
        <a:xfrm>
          <a:off x="2755982" y="118713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778745" y="1209895"/>
        <a:ext cx="1829261" cy="731666"/>
      </dsp:txXfrm>
    </dsp:sp>
    <dsp:sp modelId="{8ABFAFD4-7006-4210-9488-0293C6060193}">
      <dsp:nvSpPr>
        <dsp:cNvPr id="0" name=""/>
        <dsp:cNvSpPr/>
      </dsp:nvSpPr>
      <dsp:spPr>
        <a:xfrm>
          <a:off x="2755982" y="208389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778745" y="2106655"/>
        <a:ext cx="1829261" cy="731666"/>
      </dsp:txXfrm>
    </dsp:sp>
    <dsp:sp modelId="{7D788715-A0AC-4224-B083-ACC6E029B1D5}">
      <dsp:nvSpPr>
        <dsp:cNvPr id="0" name=""/>
        <dsp:cNvSpPr/>
      </dsp:nvSpPr>
      <dsp:spPr>
        <a:xfrm>
          <a:off x="2755982" y="298065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2778745" y="3003415"/>
        <a:ext cx="1829261" cy="731666"/>
      </dsp:txXfrm>
    </dsp:sp>
    <dsp:sp modelId="{7955FE29-926D-4F79-9C35-99B2EEDDF30C}">
      <dsp:nvSpPr>
        <dsp:cNvPr id="0" name=""/>
        <dsp:cNvSpPr/>
      </dsp:nvSpPr>
      <dsp:spPr>
        <a:xfrm>
          <a:off x="5040879" y="0"/>
          <a:ext cx="2343484" cy="3955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&amp; Validation Split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5040879" y="0"/>
        <a:ext cx="2343484" cy="1186794"/>
      </dsp:txXfrm>
    </dsp:sp>
    <dsp:sp modelId="{656451E2-529C-4F4B-A45A-0D5542C86B38}">
      <dsp:nvSpPr>
        <dsp:cNvPr id="0" name=""/>
        <dsp:cNvSpPr/>
      </dsp:nvSpPr>
      <dsp:spPr>
        <a:xfrm>
          <a:off x="5275228" y="1187953"/>
          <a:ext cx="1874787" cy="1192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70% Training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5310163" y="1222888"/>
        <a:ext cx="1804917" cy="1122912"/>
      </dsp:txXfrm>
    </dsp:sp>
    <dsp:sp modelId="{DE2AB3EA-E65F-43DD-A4D6-E9ABF01B1580}">
      <dsp:nvSpPr>
        <dsp:cNvPr id="0" name=""/>
        <dsp:cNvSpPr/>
      </dsp:nvSpPr>
      <dsp:spPr>
        <a:xfrm>
          <a:off x="5275228" y="2564241"/>
          <a:ext cx="1874787" cy="1192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30% Validation</a:t>
          </a:r>
          <a:endParaRPr lang="en-US" sz="20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5310163" y="2599176"/>
        <a:ext cx="1804917" cy="1122912"/>
      </dsp:txXfrm>
    </dsp:sp>
    <dsp:sp modelId="{91C30EAD-C19B-4ED2-8130-BD6EB6925513}">
      <dsp:nvSpPr>
        <dsp:cNvPr id="0" name=""/>
        <dsp:cNvSpPr/>
      </dsp:nvSpPr>
      <dsp:spPr>
        <a:xfrm>
          <a:off x="7560125" y="0"/>
          <a:ext cx="2343484" cy="3955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Models compared</a:t>
          </a:r>
        </a:p>
      </dsp:txBody>
      <dsp:txXfrm>
        <a:off x="7560125" y="0"/>
        <a:ext cx="2343484" cy="1186794"/>
      </dsp:txXfrm>
    </dsp:sp>
    <dsp:sp modelId="{48858035-A8A6-4BFD-A7FF-F0F4F6DB820B}">
      <dsp:nvSpPr>
        <dsp:cNvPr id="0" name=""/>
        <dsp:cNvSpPr/>
      </dsp:nvSpPr>
      <dsp:spPr>
        <a:xfrm>
          <a:off x="7794473" y="118713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Root Mean Squared Error (RMSE)</a:t>
          </a:r>
        </a:p>
      </dsp:txBody>
      <dsp:txXfrm>
        <a:off x="7817236" y="1209895"/>
        <a:ext cx="1829261" cy="731666"/>
      </dsp:txXfrm>
    </dsp:sp>
    <dsp:sp modelId="{AF55D8F2-33D6-44EE-ABDD-023C65B78E09}">
      <dsp:nvSpPr>
        <dsp:cNvPr id="0" name=""/>
        <dsp:cNvSpPr/>
      </dsp:nvSpPr>
      <dsp:spPr>
        <a:xfrm>
          <a:off x="7794473" y="208389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Coefficient of Determination (R²) </a:t>
          </a:r>
        </a:p>
      </dsp:txBody>
      <dsp:txXfrm>
        <a:off x="7817236" y="2106655"/>
        <a:ext cx="1829261" cy="731666"/>
      </dsp:txXfrm>
    </dsp:sp>
    <dsp:sp modelId="{A939ECA1-55B5-469C-9240-A9C2E7C93D9E}">
      <dsp:nvSpPr>
        <dsp:cNvPr id="0" name=""/>
        <dsp:cNvSpPr/>
      </dsp:nvSpPr>
      <dsp:spPr>
        <a:xfrm>
          <a:off x="7794473" y="2980652"/>
          <a:ext cx="1874787" cy="7771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Mean Absolute Error (MAE)</a:t>
          </a:r>
        </a:p>
      </dsp:txBody>
      <dsp:txXfrm>
        <a:off x="7817236" y="3003415"/>
        <a:ext cx="1829261" cy="7316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77265-BF55-4EC8-B60F-6CE5DDF34853}">
      <dsp:nvSpPr>
        <dsp:cNvPr id="0" name=""/>
        <dsp:cNvSpPr/>
      </dsp:nvSpPr>
      <dsp:spPr>
        <a:xfrm>
          <a:off x="48359" y="664132"/>
          <a:ext cx="3399342" cy="2880241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22" r="-98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597D8F8-F38C-41A6-A697-2BDE37A30406}">
      <dsp:nvSpPr>
        <dsp:cNvPr id="0" name=""/>
        <dsp:cNvSpPr/>
      </dsp:nvSpPr>
      <dsp:spPr>
        <a:xfrm>
          <a:off x="281540" y="3485154"/>
          <a:ext cx="2887041" cy="971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1167.97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908.23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0.900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9990" y="3513604"/>
        <a:ext cx="2830141" cy="914442"/>
      </dsp:txXfrm>
    </dsp:sp>
    <dsp:sp modelId="{4E3367DB-4D12-411C-9B8C-C80763CCB893}">
      <dsp:nvSpPr>
        <dsp:cNvPr id="0" name=""/>
        <dsp:cNvSpPr/>
      </dsp:nvSpPr>
      <dsp:spPr>
        <a:xfrm>
          <a:off x="154829" y="173245"/>
          <a:ext cx="3090312" cy="45087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76839" y="195255"/>
        <a:ext cx="3046292" cy="406858"/>
      </dsp:txXfrm>
    </dsp:sp>
    <dsp:sp modelId="{6B184077-7D16-4A11-93AA-397F0A78FE81}">
      <dsp:nvSpPr>
        <dsp:cNvPr id="0" name=""/>
        <dsp:cNvSpPr/>
      </dsp:nvSpPr>
      <dsp:spPr>
        <a:xfrm>
          <a:off x="3514403" y="661913"/>
          <a:ext cx="3399342" cy="2880241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14" t="-2930" r="-2902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005DDA3-A949-434D-9A10-E589D10BB842}">
      <dsp:nvSpPr>
        <dsp:cNvPr id="0" name=""/>
        <dsp:cNvSpPr/>
      </dsp:nvSpPr>
      <dsp:spPr>
        <a:xfrm>
          <a:off x="3753524" y="3474720"/>
          <a:ext cx="2917621" cy="967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1409.78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1024.64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0.854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81869" y="3503065"/>
        <a:ext cx="2860931" cy="911087"/>
      </dsp:txXfrm>
    </dsp:sp>
    <dsp:sp modelId="{BA441A42-1F13-4564-8E65-BAC3EB3DA189}">
      <dsp:nvSpPr>
        <dsp:cNvPr id="0" name=""/>
        <dsp:cNvSpPr/>
      </dsp:nvSpPr>
      <dsp:spPr>
        <a:xfrm>
          <a:off x="3659293" y="171813"/>
          <a:ext cx="3090312" cy="45087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681303" y="193823"/>
        <a:ext cx="3046292" cy="406858"/>
      </dsp:txXfrm>
    </dsp:sp>
    <dsp:sp modelId="{E0F7D67B-74BE-4839-AB34-072AD2AB563C}">
      <dsp:nvSpPr>
        <dsp:cNvPr id="0" name=""/>
        <dsp:cNvSpPr/>
      </dsp:nvSpPr>
      <dsp:spPr>
        <a:xfrm>
          <a:off x="6970393" y="661921"/>
          <a:ext cx="3399342" cy="2880241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02" r="228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7FE636E-1EF4-4902-8509-0231CCD86B6A}">
      <dsp:nvSpPr>
        <dsp:cNvPr id="0" name=""/>
        <dsp:cNvSpPr/>
      </dsp:nvSpPr>
      <dsp:spPr>
        <a:xfrm>
          <a:off x="7321445" y="3480055"/>
          <a:ext cx="2834857" cy="9764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RMSE: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3686.85</a:t>
          </a:r>
          <a:endParaRPr lang="en-US" sz="180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MAE: </a:t>
          </a: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2563.66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R²: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Unstable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50044" y="3508654"/>
        <a:ext cx="2777659" cy="919243"/>
      </dsp:txXfrm>
    </dsp:sp>
    <dsp:sp modelId="{58A44C85-506E-4CF8-809B-D2FD783FC492}">
      <dsp:nvSpPr>
        <dsp:cNvPr id="0" name=""/>
        <dsp:cNvSpPr/>
      </dsp:nvSpPr>
      <dsp:spPr>
        <a:xfrm>
          <a:off x="7163410" y="171816"/>
          <a:ext cx="3090312" cy="45087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7185420" y="193826"/>
        <a:ext cx="3046292" cy="4068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4818A-F370-4E67-9DA0-F12940DF503E}">
      <dsp:nvSpPr>
        <dsp:cNvPr id="0" name=""/>
        <dsp:cNvSpPr/>
      </dsp:nvSpPr>
      <dsp:spPr>
        <a:xfrm>
          <a:off x="0" y="1953"/>
          <a:ext cx="9221482" cy="7134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Age and mileage are the strongest negative predictors of price.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4828" y="36781"/>
        <a:ext cx="9151826" cy="643801"/>
      </dsp:txXfrm>
    </dsp:sp>
    <dsp:sp modelId="{4712E9A3-D914-4E3A-9BD5-2E96413C234D}">
      <dsp:nvSpPr>
        <dsp:cNvPr id="0" name=""/>
        <dsp:cNvSpPr/>
      </dsp:nvSpPr>
      <dsp:spPr>
        <a:xfrm>
          <a:off x="0" y="742212"/>
          <a:ext cx="9221482" cy="7134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Horsepower, manufacturing group, and features like AC and ABS increase price.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4828" y="777040"/>
        <a:ext cx="9151826" cy="643801"/>
      </dsp:txXfrm>
    </dsp:sp>
    <dsp:sp modelId="{E83FE343-C455-4EC7-82DF-4575B202CFA6}">
      <dsp:nvSpPr>
        <dsp:cNvPr id="0" name=""/>
        <dsp:cNvSpPr/>
      </dsp:nvSpPr>
      <dsp:spPr>
        <a:xfrm>
          <a:off x="0" y="1482472"/>
          <a:ext cx="9221482" cy="7134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 achieved the most reliable and stable performance.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4828" y="1517300"/>
        <a:ext cx="9151826" cy="643801"/>
      </dsp:txXfrm>
    </dsp:sp>
    <dsp:sp modelId="{30854B35-2BDC-477F-9693-27257764D49D}">
      <dsp:nvSpPr>
        <dsp:cNvPr id="0" name=""/>
        <dsp:cNvSpPr/>
      </dsp:nvSpPr>
      <dsp:spPr>
        <a:xfrm>
          <a:off x="0" y="2222731"/>
          <a:ext cx="9221482" cy="7134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networks underperformed due to dataset size and feature sparsity.</a:t>
          </a:r>
        </a:p>
      </dsp:txBody>
      <dsp:txXfrm>
        <a:off x="34828" y="2257559"/>
        <a:ext cx="9151826" cy="6438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0900F-77DB-4DF1-BD73-6610CEE62B8A}">
      <dsp:nvSpPr>
        <dsp:cNvPr id="0" name=""/>
        <dsp:cNvSpPr/>
      </dsp:nvSpPr>
      <dsp:spPr>
        <a:xfrm>
          <a:off x="8512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</a:t>
          </a: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as the primary pricing model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74240" y="89530"/>
        <a:ext cx="2864196" cy="1647228"/>
      </dsp:txXfrm>
    </dsp:sp>
    <dsp:sp modelId="{AE5CA6FE-D11C-46DF-BD1E-219197757F85}">
      <dsp:nvSpPr>
        <dsp:cNvPr id="0" name=""/>
        <dsp:cNvSpPr/>
      </dsp:nvSpPr>
      <dsp:spPr>
        <a:xfrm>
          <a:off x="343178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</a:t>
          </a: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Decision Trees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interpretability and business rule development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520900" y="89530"/>
        <a:ext cx="2864196" cy="1647228"/>
      </dsp:txXfrm>
    </dsp:sp>
    <dsp:sp modelId="{1C14F273-6864-4A73-9EA7-79DDBC9A5C0B}">
      <dsp:nvSpPr>
        <dsp:cNvPr id="0" name=""/>
        <dsp:cNvSpPr/>
      </dsp:nvSpPr>
      <dsp:spPr>
        <a:xfrm>
          <a:off x="677844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Avoid </a:t>
          </a: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Neural Networks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unless more data is collected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6867560" y="89530"/>
        <a:ext cx="2864196" cy="1647228"/>
      </dsp:txXfrm>
    </dsp:sp>
    <dsp:sp modelId="{0C49E5ED-3016-4881-8340-1F0BB58394C9}">
      <dsp:nvSpPr>
        <dsp:cNvPr id="0" name=""/>
        <dsp:cNvSpPr/>
      </dsp:nvSpPr>
      <dsp:spPr>
        <a:xfrm>
          <a:off x="1758459" y="2130111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Maintain an analytics dashboard for ongoing monitoring</a:t>
          </a:r>
          <a:endParaRPr lang="en-US" sz="23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47570" y="2219222"/>
        <a:ext cx="2864196" cy="1647228"/>
      </dsp:txXfrm>
    </dsp:sp>
    <dsp:sp modelId="{36566809-C9C5-4398-A6BA-F48D9EDB434A}">
      <dsp:nvSpPr>
        <dsp:cNvPr id="0" name=""/>
        <dsp:cNvSpPr/>
      </dsp:nvSpPr>
      <dsp:spPr>
        <a:xfrm>
          <a:off x="5105119" y="2130111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Retrain the model periodically as market conditions change</a:t>
          </a:r>
        </a:p>
      </dsp:txBody>
      <dsp:txXfrm>
        <a:off x="5194230" y="2219222"/>
        <a:ext cx="2864196" cy="16472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0900F-77DB-4DF1-BD73-6610CEE62B8A}">
      <dsp:nvSpPr>
        <dsp:cNvPr id="0" name=""/>
        <dsp:cNvSpPr/>
      </dsp:nvSpPr>
      <dsp:spPr>
        <a:xfrm>
          <a:off x="8512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Age, and mileage remain the strongest predictors of used-car prices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174240" y="89530"/>
        <a:ext cx="2864196" cy="1647228"/>
      </dsp:txXfrm>
    </dsp:sp>
    <dsp:sp modelId="{AE5CA6FE-D11C-46DF-BD1E-219197757F85}">
      <dsp:nvSpPr>
        <dsp:cNvPr id="0" name=""/>
        <dsp:cNvSpPr/>
      </dsp:nvSpPr>
      <dsp:spPr>
        <a:xfrm>
          <a:off x="343178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availability contributes to price differences, especially in newer vehicles.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3520900" y="89530"/>
        <a:ext cx="2864196" cy="1647228"/>
      </dsp:txXfrm>
    </dsp:sp>
    <dsp:sp modelId="{1C14F273-6864-4A73-9EA7-79DDBC9A5C0B}">
      <dsp:nvSpPr>
        <dsp:cNvPr id="0" name=""/>
        <dsp:cNvSpPr/>
      </dsp:nvSpPr>
      <dsp:spPr>
        <a:xfrm>
          <a:off x="6778449" y="419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Regression produced the most accurate predictions</a:t>
          </a:r>
          <a:endParaRPr lang="en-US" sz="2300" b="1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6867560" y="89530"/>
        <a:ext cx="2864196" cy="1647228"/>
      </dsp:txXfrm>
    </dsp:sp>
    <dsp:sp modelId="{0C49E5ED-3016-4881-8340-1F0BB58394C9}">
      <dsp:nvSpPr>
        <dsp:cNvPr id="0" name=""/>
        <dsp:cNvSpPr/>
      </dsp:nvSpPr>
      <dsp:spPr>
        <a:xfrm>
          <a:off x="1758459" y="2130111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validated strong depreciation patterns and feature impacts</a:t>
          </a:r>
          <a:endParaRPr lang="en-US" sz="23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47570" y="2219222"/>
        <a:ext cx="2864196" cy="1647228"/>
      </dsp:txXfrm>
    </dsp:sp>
    <dsp:sp modelId="{36566809-C9C5-4398-A6BA-F48D9EDB434A}">
      <dsp:nvSpPr>
        <dsp:cNvPr id="0" name=""/>
        <dsp:cNvSpPr/>
      </dsp:nvSpPr>
      <dsp:spPr>
        <a:xfrm>
          <a:off x="5105119" y="2130111"/>
          <a:ext cx="3042418" cy="18254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alibri" panose="020F0502020204030204" pitchFamily="34" charset="0"/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Future research: incorporate brand effects, service records, regional pricing trends, economic indicators</a:t>
          </a:r>
        </a:p>
      </dsp:txBody>
      <dsp:txXfrm>
        <a:off x="5194230" y="2219222"/>
        <a:ext cx="2864196" cy="164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50768"/>
            <a:ext cx="8791575" cy="1328285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Automobile Prices Using Neural Networks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BANL 6900 Business Analytics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429000"/>
            <a:ext cx="8791575" cy="2019380"/>
          </a:xfrm>
        </p:spPr>
        <p:txBody>
          <a:bodyPr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 Chopparapu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Himabindhu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Karnati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Karthik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Nayakam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Venkatesh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Adusuru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D175-7FDF-B00E-6CF1-6A2B72A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DC15-7857-3F16-22E7-17B0C0FC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0A86-FF66-6E7B-2137-B1E676A03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83990"/>
            <a:ext cx="4878389" cy="3541714"/>
          </a:xfrm>
        </p:spPr>
        <p:txBody>
          <a:bodyPr>
            <a:no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59E58-667A-30EB-A2C5-4FF364A513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Summary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R Analysis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6725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02EA-A392-1AA5-7021-F562A0BE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8BA4-872E-6B7B-DC83-B54CDBBB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3114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4B2FFE-86A2-AC96-0AFC-1C0EBB833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709841"/>
              </p:ext>
            </p:extLst>
          </p:nvPr>
        </p:nvGraphicFramePr>
        <p:xfrm>
          <a:off x="1141413" y="1665171"/>
          <a:ext cx="9906000" cy="41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66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339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81952"/>
              </p:ext>
            </p:extLst>
          </p:nvPr>
        </p:nvGraphicFramePr>
        <p:xfrm>
          <a:off x="1141413" y="1665172"/>
          <a:ext cx="9475252" cy="4013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1189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729722"/>
            <a:ext cx="9905999" cy="4103188"/>
          </a:xfrm>
        </p:spPr>
        <p:txBody>
          <a:bodyPr>
            <a:noAutofit/>
          </a:bodyPr>
          <a:lstStyle/>
          <a:p>
            <a:pPr lvl="0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mileage, and engine characteristics consistently identified as primary drivers of used-car pricing. (Zhang &amp; Wang, 2020). </a:t>
            </a:r>
          </a:p>
          <a:p>
            <a:pPr lvl="0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improve pricing precision in dynamic automobile markets. (Kabir et al., 2019). </a:t>
            </a:r>
          </a:p>
          <a:p>
            <a:pPr lvl="0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capture nonlinear relationships but require larger datasets for stable performance.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Karlaftis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Vlahogianni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2011).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3B93-FAEF-3FE8-1437-801D3855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D0D7-ADAC-E0DC-5386-456E420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70393"/>
            <a:ext cx="9905998" cy="69051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F9AE3D-2E37-A151-E67D-3EC7352A0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825093"/>
              </p:ext>
            </p:extLst>
          </p:nvPr>
        </p:nvGraphicFramePr>
        <p:xfrm>
          <a:off x="1361794" y="3734602"/>
          <a:ext cx="9465235" cy="2387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1A40A80-06FA-D4B5-64DE-7E193F2AE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1269" y="1377315"/>
            <a:ext cx="7886284" cy="224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4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169F-4A07-10AB-60FC-7712B539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1B8E-E7BF-7560-29C6-44E034AF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06392"/>
            <a:ext cx="9905998" cy="9144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98057E-B4A7-C6B9-3317-3B09DB425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711722"/>
              </p:ext>
            </p:extLst>
          </p:nvPr>
        </p:nvGraphicFramePr>
        <p:xfrm>
          <a:off x="1723634" y="1819176"/>
          <a:ext cx="8744732" cy="3705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48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339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235248"/>
              </p:ext>
            </p:extLst>
          </p:nvPr>
        </p:nvGraphicFramePr>
        <p:xfrm>
          <a:off x="1141413" y="1761424"/>
          <a:ext cx="9905998" cy="3955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61DA-75AE-187D-BFCE-5E1794CA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6BA9-B89B-0024-F9F9-3B250D05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1189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Summary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B6C441-28A6-635C-B84F-95BAFF22F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167743"/>
              </p:ext>
            </p:extLst>
          </p:nvPr>
        </p:nvGraphicFramePr>
        <p:xfrm>
          <a:off x="889964" y="1530417"/>
          <a:ext cx="10408895" cy="4456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81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99384-5995-9832-7AD4-6134B966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573C-D7C5-7188-8AB4-78AC6536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88901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R Analysis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2CE870-A985-9A24-EB3E-9F7883137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31383"/>
              </p:ext>
            </p:extLst>
          </p:nvPr>
        </p:nvGraphicFramePr>
        <p:xfrm>
          <a:off x="1483670" y="2086243"/>
          <a:ext cx="9221483" cy="2938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23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54C3-4E52-7248-A599-B35040DF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8191-D92B-76D7-1435-7D73F6BD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46653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(Page 1: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Overview)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8DEC-0C0C-C9FD-45D5-E0F32AE47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523" y="1766436"/>
            <a:ext cx="5013145" cy="408111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Mileage (68K km)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(~$10.7K)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baseline for the dataset.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used cars fall within the $8K–$12K range.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by Exterior Color: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Yellow, grey, and silver tend to achieve higher average prices, while white and green are lower.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Horsepower by Fuel: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Petrol and diesel categories show similar positive slopes, but diesel cars cluster slightly higher in price.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Age: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clear depreciation curve confirms that price declines steadily as vehicle age increases.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mileage, horsepower, and color are the primary price differentiators.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D0F664-1DAA-5DCA-E484-D28203DDA2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668" y="1766435"/>
            <a:ext cx="5694146" cy="4081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7486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46653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(Page 2: Fuel &amp; Color Segments)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523" y="1819573"/>
            <a:ext cx="5013145" cy="4008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by Fuel: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Diesel vehicles show slightly higher average prices than petrol cars.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× Fuel Heatmap: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Grey, blue, and red are the most common; silver is less frequent but mid-priced.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Fuel Categories: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is ~90% petrol, with diesel representing a smaller share.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Count by Age: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type distribution remains consistent across age, indicating no sampling bias.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Age by Fuel: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fuels depreciate similarly; some diesel vehicles retain value slightly better.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and color matter, but age and mileage remain dominant predictors.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2C1EE1-0857-8527-8D70-82D16CA1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5740668" y="1766435"/>
            <a:ext cx="5694146" cy="4081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F18E-9DE9-24BE-B9AA-F9015A12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95EA-9E67-8DF4-A55F-AFE1C46C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46653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(Page 3: Equipment &amp; Features)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DD10-ACF0-C542-3F6D-91FD2CDF3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523" y="1915828"/>
            <a:ext cx="5013145" cy="393172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ABS, AC, Tow Bar, Radio: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Vehicles with these features consistently have higher average prices.</a:t>
            </a:r>
          </a:p>
          <a:p>
            <a:pPr marL="0" lv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Prevalence by Fuel: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Diesel vehicles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higher presence of key features like ABS and AC; radio rates similar across fuels.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Prevalence by Age: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Newer cars include more modern features; ABS is consistently present across all ages.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significantly contributes to pricing - aligning with regression findings.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DF9DB6-184C-0ACA-2422-9D89D1265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5740668" y="1766436"/>
            <a:ext cx="5694146" cy="40811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8712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05F64-6E5F-05C0-867C-03A980CC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8492-90CF-FA7D-EFA8-0FF20B26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46653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(Page 4: Model Summary &amp; Comparison)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A82B2-E1A7-BCED-B3EE-4F3BA0C4A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523" y="1896578"/>
            <a:ext cx="5013145" cy="395097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1,168; MAE = 908; R² = 0.90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1,410; MAE = 1,024; R² = 0.85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3,687; MAE = 2,563; R² unstable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delivers the most accurate and reliable predictions, outperforming both decision-tree and neural-network-based models.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 response to business question - linear regression is the best model for this dataset.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2E75E3-2E4D-B612-435F-62054554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5740668" y="1766436"/>
            <a:ext cx="5694146" cy="40811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749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AEC4-B4D1-6760-BCAD-50B895B3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5BBD-4242-4538-D41B-BF6AD690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339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401618-98B8-E3D9-EF07-6A4B769CB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457295"/>
              </p:ext>
            </p:extLst>
          </p:nvPr>
        </p:nvGraphicFramePr>
        <p:xfrm>
          <a:off x="1141413" y="1761424"/>
          <a:ext cx="9905998" cy="3955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959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829B-3743-A6ED-5CCB-A1AFDDF6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B9DF-4EA7-51C3-493A-3FFF56E4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339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6B6097-D2AA-A87D-66AC-367531637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102354"/>
              </p:ext>
            </p:extLst>
          </p:nvPr>
        </p:nvGraphicFramePr>
        <p:xfrm>
          <a:off x="1141413" y="1761424"/>
          <a:ext cx="9905998" cy="3955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7262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6965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970354"/>
            <a:ext cx="9905999" cy="35417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Kabir, M., Satu, M. S., &amp; Amin, M. R. (2019). Used car price prediction using machine learning techniques.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Computer Science and Applications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10(8), 451–459.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Karlaftis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G., 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Vlahogianni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I. (2011). Statistical methods versus neural networks in transportation research: Differences, similarities and some insights.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Part C: Emerging Technologies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19(3), 387–399.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Zhang, X., &amp; Wang, K. (2020). Determinants of used-car prices in online marketplaces: A machine-learning approach.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Retailing and Consumer Services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54, 102029.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253" y="2191735"/>
            <a:ext cx="9109493" cy="3541714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457200" lvl="1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YOUR ATTENTION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194</TotalTime>
  <Words>1075</Words>
  <Application>Microsoft Office PowerPoint</Application>
  <PresentationFormat>Widescreen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Symbol</vt:lpstr>
      <vt:lpstr>Times New Roman</vt:lpstr>
      <vt:lpstr>Tw Cen MT</vt:lpstr>
      <vt:lpstr>Wingdings</vt:lpstr>
      <vt:lpstr>Circuit</vt:lpstr>
      <vt:lpstr>Predicting Automobile Prices Using Neural Networks  BANL 6900 Business Analytics Capstone</vt:lpstr>
      <vt:lpstr>Agenda</vt:lpstr>
      <vt:lpstr>Business Problem</vt:lpstr>
      <vt:lpstr>Project Overview</vt:lpstr>
      <vt:lpstr>Literature Review</vt:lpstr>
      <vt:lpstr>Data Description</vt:lpstr>
      <vt:lpstr>Data Preparation</vt:lpstr>
      <vt:lpstr>Modeling Approach</vt:lpstr>
      <vt:lpstr>Model Performance Summary</vt:lpstr>
      <vt:lpstr>Key Findings from R Analysis</vt:lpstr>
      <vt:lpstr>Dashboard Insights (Page 1: pRICE Overview)</vt:lpstr>
      <vt:lpstr>Dashboard Insights (Page 2: Fuel &amp; Color Segments)</vt:lpstr>
      <vt:lpstr>Dashboard Insights (Page 3: Equipment &amp; Features)</vt:lpstr>
      <vt:lpstr>Dashboard Insights (Page 4: Model Summary &amp; Comparison)</vt:lpstr>
      <vt:lpstr>Final Recommendations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Chopparapu</dc:creator>
  <cp:lastModifiedBy>Divya Chopparapu</cp:lastModifiedBy>
  <cp:revision>2</cp:revision>
  <dcterms:created xsi:type="dcterms:W3CDTF">2025-12-05T16:40:44Z</dcterms:created>
  <dcterms:modified xsi:type="dcterms:W3CDTF">2025-12-14T01:28:04Z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